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1430000" cy="6445250"/>
  <p:notesSz cx="11430000" cy="64452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57250" y="1998027"/>
            <a:ext cx="9715500" cy="13535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00" b="0" i="0">
                <a:solidFill>
                  <a:srgbClr val="F2F0F4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714500" y="3609340"/>
            <a:ext cx="8001000" cy="16113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50" b="0" i="0">
                <a:solidFill>
                  <a:srgbClr val="DCD7E5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700" b="0" i="0">
                <a:solidFill>
                  <a:srgbClr val="F2F0F4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250" b="0" i="0">
                <a:solidFill>
                  <a:srgbClr val="DCD7E5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700" b="0" i="0">
                <a:solidFill>
                  <a:srgbClr val="F2F0F4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7150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88645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700" b="0" i="0">
                <a:solidFill>
                  <a:srgbClr val="F2F0F4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9525"/>
            <a:ext cx="11430000" cy="6429375"/>
          </a:xfrm>
          <a:custGeom>
            <a:avLst/>
            <a:gdLst/>
            <a:ahLst/>
            <a:cxnLst/>
            <a:rect l="l" t="t" r="r" b="b"/>
            <a:pathLst>
              <a:path w="11430000" h="6429375">
                <a:moveTo>
                  <a:pt x="11430000" y="0"/>
                </a:moveTo>
                <a:lnTo>
                  <a:pt x="0" y="0"/>
                </a:lnTo>
                <a:lnTo>
                  <a:pt x="0" y="6429375"/>
                </a:lnTo>
                <a:lnTo>
                  <a:pt x="11430000" y="6429375"/>
                </a:lnTo>
                <a:lnTo>
                  <a:pt x="11430000" y="0"/>
                </a:lnTo>
                <a:close/>
              </a:path>
            </a:pathLst>
          </a:custGeom>
          <a:solidFill>
            <a:srgbClr val="0D092C">
              <a:alpha val="948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995617" y="421601"/>
            <a:ext cx="3007995" cy="596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00" b="0" i="0">
                <a:solidFill>
                  <a:srgbClr val="F2F0F4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694701" y="2352814"/>
            <a:ext cx="5120005" cy="33115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50" b="0" i="0">
                <a:solidFill>
                  <a:srgbClr val="DCD7E5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886200" y="5994082"/>
            <a:ext cx="36576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715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2296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yakanzeka.com/" TargetMode="Externa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hyperlink" Target="https://gamma.app/?utm_source=made-with-gamma" TargetMode="External"/><Relationship Id="rId6" Type="http://schemas.openxmlformats.org/officeDocument/2006/relationships/image" Target="../media/image3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3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3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hyperlink" Target="https://gamma.app/?utm_source=made-with-gamma" TargetMode="External"/><Relationship Id="rId5" Type="http://schemas.openxmlformats.org/officeDocument/2006/relationships/image" Target="../media/image3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hyperlink" Target="https://gamma.app/?utm_source=made-with-gamma" TargetMode="External"/><Relationship Id="rId5" Type="http://schemas.openxmlformats.org/officeDocument/2006/relationships/image" Target="../media/image3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hyperlink" Target="https://gamma.app/?utm_source=made-with-gamma" TargetMode="External"/><Relationship Id="rId5" Type="http://schemas.openxmlformats.org/officeDocument/2006/relationships/image" Target="../media/image3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hyperlink" Target="https://gamma.app/?utm_source=made-with-gamma" TargetMode="External"/><Relationship Id="rId5" Type="http://schemas.openxmlformats.org/officeDocument/2006/relationships/image" Target="../media/image3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7466" y="572801"/>
            <a:ext cx="7621270" cy="477520"/>
          </a:xfrm>
          <a:prstGeom prst="rect"/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2950"/>
              <a:t>Technical</a:t>
            </a:r>
            <a:r>
              <a:rPr dirty="0" sz="2950" spc="-220"/>
              <a:t> </a:t>
            </a:r>
            <a:r>
              <a:rPr dirty="0" sz="2950" spc="-40"/>
              <a:t>Case</a:t>
            </a:r>
            <a:r>
              <a:rPr dirty="0" sz="2950" spc="-215"/>
              <a:t> </a:t>
            </a:r>
            <a:r>
              <a:rPr dirty="0" sz="2950" spc="-25"/>
              <a:t>Study</a:t>
            </a:r>
            <a:r>
              <a:rPr dirty="0" sz="2950" spc="-210"/>
              <a:t> </a:t>
            </a:r>
            <a:r>
              <a:rPr dirty="0" sz="2950"/>
              <a:t>of</a:t>
            </a:r>
            <a:r>
              <a:rPr dirty="0" sz="2950" spc="-220"/>
              <a:t> </a:t>
            </a:r>
            <a:r>
              <a:rPr dirty="0" u="heavy" sz="2950" spc="55" b="1">
                <a:solidFill>
                  <a:srgbClr val="8151E0"/>
                </a:solidFill>
                <a:uFill>
                  <a:solidFill>
                    <a:srgbClr val="8151E0"/>
                  </a:solidFill>
                </a:uFill>
                <a:latin typeface="Tahoma"/>
                <a:cs typeface="Tahoma"/>
                <a:hlinkClick r:id="rId2"/>
              </a:rPr>
              <a:t>Yakanzeka.com</a:t>
            </a:r>
            <a:endParaRPr sz="2950">
              <a:latin typeface="Tahoma"/>
              <a:cs typeface="Tahoma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607466" y="2039651"/>
            <a:ext cx="4142104" cy="32931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 marR="5080">
              <a:lnSpc>
                <a:spcPts val="3679"/>
              </a:lnSpc>
              <a:spcBef>
                <a:spcPts val="120"/>
              </a:spcBef>
            </a:pPr>
            <a:r>
              <a:rPr dirty="0" sz="2950" spc="-10">
                <a:solidFill>
                  <a:srgbClr val="F2F0F4"/>
                </a:solidFill>
                <a:latin typeface="Verdana"/>
                <a:cs typeface="Verdana"/>
              </a:rPr>
              <a:t>Technical </a:t>
            </a:r>
            <a:r>
              <a:rPr dirty="0" sz="2950">
                <a:solidFill>
                  <a:srgbClr val="F2F0F4"/>
                </a:solidFill>
                <a:latin typeface="Verdana"/>
                <a:cs typeface="Verdana"/>
              </a:rPr>
              <a:t>Implementation</a:t>
            </a:r>
            <a:r>
              <a:rPr dirty="0" sz="2950" spc="295">
                <a:solidFill>
                  <a:srgbClr val="F2F0F4"/>
                </a:solidFill>
                <a:latin typeface="Verdana"/>
                <a:cs typeface="Verdana"/>
              </a:rPr>
              <a:t> </a:t>
            </a:r>
            <a:r>
              <a:rPr dirty="0" sz="2950" spc="-30">
                <a:solidFill>
                  <a:srgbClr val="F2F0F4"/>
                </a:solidFill>
                <a:latin typeface="Verdana"/>
                <a:cs typeface="Verdana"/>
              </a:rPr>
              <a:t>Plan:</a:t>
            </a:r>
            <a:endParaRPr sz="29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610"/>
              </a:spcBef>
            </a:pPr>
            <a:endParaRPr sz="2950">
              <a:latin typeface="Verdana"/>
              <a:cs typeface="Verdana"/>
            </a:endParaRPr>
          </a:p>
          <a:p>
            <a:pPr marL="12700" marR="358775">
              <a:lnSpc>
                <a:spcPct val="110200"/>
              </a:lnSpc>
            </a:pPr>
            <a:r>
              <a:rPr dirty="0" sz="2950">
                <a:solidFill>
                  <a:srgbClr val="F2F0F4"/>
                </a:solidFill>
                <a:latin typeface="Verdana"/>
                <a:cs typeface="Verdana"/>
              </a:rPr>
              <a:t>High-Precision</a:t>
            </a:r>
            <a:r>
              <a:rPr dirty="0" sz="2950" spc="270">
                <a:solidFill>
                  <a:srgbClr val="F2F0F4"/>
                </a:solidFill>
                <a:latin typeface="Verdana"/>
                <a:cs typeface="Verdana"/>
              </a:rPr>
              <a:t> </a:t>
            </a:r>
            <a:r>
              <a:rPr dirty="0" sz="2950" spc="105">
                <a:solidFill>
                  <a:srgbClr val="F2F0F4"/>
                </a:solidFill>
                <a:latin typeface="Verdana"/>
                <a:cs typeface="Verdana"/>
              </a:rPr>
              <a:t>Web </a:t>
            </a:r>
            <a:r>
              <a:rPr dirty="0" sz="2950" spc="-10">
                <a:solidFill>
                  <a:srgbClr val="F2F0F4"/>
                </a:solidFill>
                <a:latin typeface="Verdana"/>
                <a:cs typeface="Verdana"/>
              </a:rPr>
              <a:t>Tracking</a:t>
            </a:r>
            <a:r>
              <a:rPr dirty="0" sz="2950" spc="-229">
                <a:solidFill>
                  <a:srgbClr val="F2F0F4"/>
                </a:solidFill>
                <a:latin typeface="Verdana"/>
                <a:cs typeface="Verdana"/>
              </a:rPr>
              <a:t> </a:t>
            </a:r>
            <a:r>
              <a:rPr dirty="0" sz="2950" spc="-180">
                <a:solidFill>
                  <a:srgbClr val="F2F0F4"/>
                </a:solidFill>
                <a:latin typeface="Verdana"/>
                <a:cs typeface="Verdana"/>
              </a:rPr>
              <a:t>&amp;</a:t>
            </a:r>
            <a:r>
              <a:rPr dirty="0" sz="2950" spc="-229">
                <a:solidFill>
                  <a:srgbClr val="F2F0F4"/>
                </a:solidFill>
                <a:latin typeface="Verdana"/>
                <a:cs typeface="Verdana"/>
              </a:rPr>
              <a:t> </a:t>
            </a:r>
            <a:r>
              <a:rPr dirty="0" sz="2950" spc="-20">
                <a:solidFill>
                  <a:srgbClr val="F2F0F4"/>
                </a:solidFill>
                <a:latin typeface="Verdana"/>
                <a:cs typeface="Verdana"/>
              </a:rPr>
              <a:t>Data </a:t>
            </a:r>
            <a:r>
              <a:rPr dirty="0" sz="2950" spc="55">
                <a:solidFill>
                  <a:srgbClr val="F2F0F4"/>
                </a:solidFill>
                <a:latin typeface="Verdana"/>
                <a:cs typeface="Verdana"/>
              </a:rPr>
              <a:t>Engineering</a:t>
            </a:r>
            <a:endParaRPr sz="29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310"/>
              </a:spcBef>
            </a:pPr>
            <a:r>
              <a:rPr dirty="0" sz="950" spc="-120">
                <a:solidFill>
                  <a:srgbClr val="DCD7E5"/>
                </a:solidFill>
                <a:latin typeface="Tahoma"/>
                <a:cs typeface="Tahoma"/>
              </a:rPr>
              <a:t>bQ</a:t>
            </a:r>
            <a:r>
              <a:rPr dirty="0" sz="950" spc="-65">
                <a:solidFill>
                  <a:srgbClr val="DCD7E5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DCD7E5"/>
                </a:solidFill>
                <a:latin typeface="Tahoma"/>
                <a:cs typeface="Tahoma"/>
              </a:rPr>
              <a:t>Yusur</a:t>
            </a:r>
            <a:r>
              <a:rPr dirty="0" sz="950" spc="-85">
                <a:solidFill>
                  <a:srgbClr val="DCD7E5"/>
                </a:solidFill>
                <a:latin typeface="Tahoma"/>
                <a:cs typeface="Tahoma"/>
              </a:rPr>
              <a:t> </a:t>
            </a:r>
            <a:r>
              <a:rPr dirty="0" sz="950" spc="-25">
                <a:solidFill>
                  <a:srgbClr val="DCD7E5"/>
                </a:solidFill>
                <a:latin typeface="Tahoma"/>
                <a:cs typeface="Tahoma"/>
              </a:rPr>
              <a:t>ĽAS</a:t>
            </a:r>
            <a:endParaRPr sz="950">
              <a:latin typeface="Tahoma"/>
              <a:cs typeface="Tahoma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76975" y="1743075"/>
            <a:ext cx="4171949" cy="1485899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915025" y="3514726"/>
            <a:ext cx="4895850" cy="1809747"/>
          </a:xfrm>
          <a:prstGeom prst="rect">
            <a:avLst/>
          </a:prstGeom>
        </p:spPr>
      </p:pic>
      <p:pic>
        <p:nvPicPr>
          <p:cNvPr id="6" name="object 6" descr="">
            <a:hlinkClick r:id="rId5"/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9125" y="1152524"/>
            <a:ext cx="4219575" cy="26288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694705" y="741108"/>
            <a:ext cx="4344670" cy="1494790"/>
          </a:xfrm>
          <a:prstGeom prst="rect"/>
        </p:spPr>
        <p:txBody>
          <a:bodyPr wrap="square" lIns="0" tIns="8255" rIns="0" bIns="0" rtlCol="0" vert="horz">
            <a:spAutoFit/>
          </a:bodyPr>
          <a:lstStyle/>
          <a:p>
            <a:pPr marL="12700" marR="5080">
              <a:lnSpc>
                <a:spcPts val="3900"/>
              </a:lnSpc>
              <a:spcBef>
                <a:spcPts val="65"/>
              </a:spcBef>
            </a:pPr>
            <a:r>
              <a:rPr dirty="0" sz="3100"/>
              <a:t>Project </a:t>
            </a:r>
            <a:r>
              <a:rPr dirty="0" sz="3100" spc="-10"/>
              <a:t>Governance: </a:t>
            </a:r>
            <a:r>
              <a:rPr dirty="0" sz="3100" spc="60"/>
              <a:t>Agile</a:t>
            </a:r>
            <a:r>
              <a:rPr dirty="0" sz="3100" spc="-265"/>
              <a:t> </a:t>
            </a:r>
            <a:r>
              <a:rPr dirty="0" sz="3100" spc="45"/>
              <a:t>Framework</a:t>
            </a:r>
            <a:r>
              <a:rPr dirty="0" sz="3100" spc="-265"/>
              <a:t> </a:t>
            </a:r>
            <a:r>
              <a:rPr dirty="0" sz="3100" spc="-25"/>
              <a:t>for </a:t>
            </a:r>
            <a:r>
              <a:rPr dirty="0" sz="3100"/>
              <a:t>Tracking</a:t>
            </a:r>
            <a:r>
              <a:rPr dirty="0" sz="3100" spc="-135"/>
              <a:t> </a:t>
            </a:r>
            <a:r>
              <a:rPr dirty="0" sz="3100" spc="65"/>
              <a:t>Deployment</a:t>
            </a:r>
            <a:endParaRPr sz="3100"/>
          </a:p>
        </p:txBody>
      </p:sp>
      <p:sp>
        <p:nvSpPr>
          <p:cNvPr id="4" name="object 4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8890" rIns="0" bIns="0" rtlCol="0" vert="horz">
            <a:spAutoFit/>
          </a:bodyPr>
          <a:lstStyle/>
          <a:p>
            <a:pPr marL="12700" marR="155575">
              <a:lnSpc>
                <a:spcPct val="126699"/>
              </a:lnSpc>
              <a:spcBef>
                <a:spcPts val="70"/>
              </a:spcBef>
            </a:pPr>
            <a:r>
              <a:rPr dirty="0" spc="55"/>
              <a:t>Ľcch"ical</a:t>
            </a:r>
            <a:r>
              <a:rPr dirty="0" spc="30"/>
              <a:t> </a:t>
            </a:r>
            <a:r>
              <a:rPr dirty="0" spc="-10"/>
              <a:t>dcploQmc"ť</a:t>
            </a:r>
            <a:r>
              <a:rPr dirty="0" spc="30"/>
              <a:t> </a:t>
            </a:r>
            <a:r>
              <a:rPr dirty="0" spc="55"/>
              <a:t>ícquiícs</a:t>
            </a:r>
            <a:r>
              <a:rPr dirty="0" spc="30"/>
              <a:t> </a:t>
            </a:r>
            <a:r>
              <a:rPr dirty="0"/>
              <a:t>a</a:t>
            </a:r>
            <a:r>
              <a:rPr dirty="0" spc="35"/>
              <a:t> </a:t>
            </a:r>
            <a:r>
              <a:rPr dirty="0"/>
              <a:t>íigoíous</a:t>
            </a:r>
            <a:r>
              <a:rPr dirty="0" spc="30"/>
              <a:t> </a:t>
            </a:r>
            <a:r>
              <a:rPr dirty="0" spc="45"/>
              <a:t>ma"agcmc"ť</a:t>
            </a:r>
            <a:r>
              <a:rPr dirty="0" spc="30"/>
              <a:t> </a:t>
            </a:r>
            <a:r>
              <a:rPr dirty="0"/>
              <a:t>ríamcwoík</a:t>
            </a:r>
            <a:r>
              <a:rPr dirty="0" spc="30"/>
              <a:t> </a:t>
            </a:r>
            <a:r>
              <a:rPr dirty="0" spc="-25"/>
              <a:t>ťo </a:t>
            </a:r>
            <a:r>
              <a:rPr dirty="0"/>
              <a:t>mai"ťai"</a:t>
            </a:r>
            <a:r>
              <a:rPr dirty="0" spc="30"/>
              <a:t> </a:t>
            </a:r>
            <a:r>
              <a:rPr dirty="0" spc="-40"/>
              <a:t>daťa</a:t>
            </a:r>
            <a:r>
              <a:rPr dirty="0" spc="30"/>
              <a:t> </a:t>
            </a:r>
            <a:r>
              <a:rPr dirty="0" spc="-40"/>
              <a:t>i"ťcgíiťQ.</a:t>
            </a:r>
            <a:r>
              <a:rPr dirty="0" spc="30"/>
              <a:t> </a:t>
            </a:r>
            <a:r>
              <a:rPr dirty="0" spc="100"/>
              <a:t>A"</a:t>
            </a:r>
            <a:r>
              <a:rPr dirty="0" spc="30"/>
              <a:t> </a:t>
            </a:r>
            <a:r>
              <a:rPr dirty="0" spc="45"/>
              <a:t>Agilc/Ka"ba"</a:t>
            </a:r>
            <a:r>
              <a:rPr dirty="0" spc="30"/>
              <a:t> </a:t>
            </a:r>
            <a:r>
              <a:rPr dirty="0"/>
              <a:t>ríamcwoík</a:t>
            </a:r>
            <a:r>
              <a:rPr dirty="0" spc="30"/>
              <a:t> </a:t>
            </a:r>
            <a:r>
              <a:rPr dirty="0"/>
              <a:t>was</a:t>
            </a:r>
            <a:r>
              <a:rPr dirty="0" spc="30"/>
              <a:t> </a:t>
            </a:r>
            <a:r>
              <a:rPr dirty="0" spc="-20"/>
              <a:t>uťilizcd</a:t>
            </a:r>
            <a:r>
              <a:rPr dirty="0" spc="30"/>
              <a:t> </a:t>
            </a:r>
            <a:r>
              <a:rPr dirty="0"/>
              <a:t>as</a:t>
            </a:r>
            <a:r>
              <a:rPr dirty="0" spc="30"/>
              <a:t> </a:t>
            </a:r>
            <a:r>
              <a:rPr dirty="0" spc="-50"/>
              <a:t>a </a:t>
            </a:r>
            <a:r>
              <a:rPr dirty="0" spc="-10"/>
              <a:t>sťíaťcgic</a:t>
            </a:r>
            <a:r>
              <a:rPr dirty="0" spc="-60"/>
              <a:t> </a:t>
            </a:r>
            <a:r>
              <a:rPr dirty="0"/>
              <a:t>"cccssiťQ</a:t>
            </a:r>
            <a:r>
              <a:rPr dirty="0" spc="-55"/>
              <a:t> </a:t>
            </a:r>
            <a:r>
              <a:rPr dirty="0" spc="-90"/>
              <a:t>ťo</a:t>
            </a:r>
            <a:r>
              <a:rPr dirty="0" spc="-60"/>
              <a:t> </a:t>
            </a:r>
            <a:r>
              <a:rPr dirty="0" spc="60"/>
              <a:t>píc:c"ť</a:t>
            </a:r>
            <a:r>
              <a:rPr dirty="0" spc="-55"/>
              <a:t> </a:t>
            </a:r>
            <a:r>
              <a:rPr dirty="0" spc="-40"/>
              <a:t>daťa</a:t>
            </a:r>
            <a:r>
              <a:rPr dirty="0" spc="-60"/>
              <a:t> </a:t>
            </a:r>
            <a:r>
              <a:rPr dirty="0" spc="55"/>
              <a:t>discícpa"cics</a:t>
            </a:r>
            <a:r>
              <a:rPr dirty="0" spc="-55"/>
              <a:t> </a:t>
            </a:r>
            <a:r>
              <a:rPr dirty="0" spc="70"/>
              <a:t>a"d</a:t>
            </a:r>
            <a:r>
              <a:rPr dirty="0" spc="-60"/>
              <a:t> </a:t>
            </a:r>
            <a:r>
              <a:rPr dirty="0" spc="80"/>
              <a:t>c"suíc</a:t>
            </a:r>
            <a:r>
              <a:rPr dirty="0" spc="-55"/>
              <a:t> </a:t>
            </a:r>
            <a:r>
              <a:rPr dirty="0" spc="-10"/>
              <a:t>sťíucťuíal </a:t>
            </a:r>
            <a:r>
              <a:rPr dirty="0" spc="-70"/>
              <a:t>sťabiliťQ</a:t>
            </a:r>
            <a:r>
              <a:rPr dirty="0" spc="-5"/>
              <a:t> </a:t>
            </a:r>
            <a:r>
              <a:rPr dirty="0" spc="50"/>
              <a:t>duíi"g</a:t>
            </a:r>
            <a:r>
              <a:rPr dirty="0"/>
              <a:t> complcx</a:t>
            </a:r>
            <a:r>
              <a:rPr dirty="0" spc="-5"/>
              <a:t> </a:t>
            </a:r>
            <a:r>
              <a:rPr dirty="0" spc="-10"/>
              <a:t>migíaťio"s.</a:t>
            </a:r>
          </a:p>
          <a:p>
            <a:pPr marL="12700" marR="62230">
              <a:lnSpc>
                <a:spcPct val="127499"/>
              </a:lnSpc>
              <a:spcBef>
                <a:spcPts val="1015"/>
              </a:spcBef>
            </a:pPr>
            <a:r>
              <a:rPr dirty="0" spc="60">
                <a:latin typeface="Segoe UI Symbol"/>
                <a:cs typeface="Segoe UI Symbol"/>
              </a:rPr>
              <a:t>Píocgss</a:t>
            </a:r>
            <a:r>
              <a:rPr dirty="0" spc="105">
                <a:latin typeface="Segoe UI Symbol"/>
                <a:cs typeface="Segoe UI Symbol"/>
              </a:rPr>
              <a:t> </a:t>
            </a:r>
            <a:r>
              <a:rPr dirty="0">
                <a:latin typeface="Segoe UI Symbol"/>
                <a:cs typeface="Segoe UI Symbol"/>
              </a:rPr>
              <a:t>Aíckitgctuíg:</a:t>
            </a:r>
            <a:r>
              <a:rPr dirty="0" spc="105">
                <a:latin typeface="Segoe UI Symbol"/>
                <a:cs typeface="Segoe UI Symbol"/>
              </a:rPr>
              <a:t> </a:t>
            </a:r>
            <a:r>
              <a:rPr dirty="0" spc="-130"/>
              <a:t>«Q</a:t>
            </a:r>
            <a:r>
              <a:rPr dirty="0" spc="55"/>
              <a:t> </a:t>
            </a:r>
            <a:r>
              <a:rPr dirty="0"/>
              <a:t>scgmc"ťi"g</a:t>
            </a:r>
            <a:r>
              <a:rPr dirty="0" spc="60"/>
              <a:t> </a:t>
            </a:r>
            <a:r>
              <a:rPr dirty="0" spc="-45"/>
              <a:t>ťhc</a:t>
            </a:r>
            <a:r>
              <a:rPr dirty="0" spc="55"/>
              <a:t> </a:t>
            </a:r>
            <a:r>
              <a:rPr dirty="0"/>
              <a:t>migíaťio"</a:t>
            </a:r>
            <a:r>
              <a:rPr dirty="0" spc="55"/>
              <a:t> </a:t>
            </a:r>
            <a:r>
              <a:rPr dirty="0"/>
              <a:t>i"ťo</a:t>
            </a:r>
            <a:r>
              <a:rPr dirty="0" spc="55"/>
              <a:t> </a:t>
            </a:r>
            <a:r>
              <a:rPr dirty="0" spc="-10"/>
              <a:t>disťi"cť</a:t>
            </a:r>
            <a:r>
              <a:rPr dirty="0" spc="60"/>
              <a:t> </a:t>
            </a:r>
            <a:r>
              <a:rPr dirty="0"/>
              <a:t>u"iťs</a:t>
            </a:r>
            <a:r>
              <a:rPr dirty="0" spc="55"/>
              <a:t> </a:t>
            </a:r>
            <a:r>
              <a:rPr dirty="0" spc="-25"/>
              <a:t>or </a:t>
            </a:r>
            <a:r>
              <a:rPr dirty="0"/>
              <a:t>woík,</a:t>
            </a:r>
            <a:r>
              <a:rPr dirty="0" spc="-20"/>
              <a:t> </a:t>
            </a:r>
            <a:r>
              <a:rPr dirty="0" spc="80"/>
              <a:t>c"gi"ccíi"g</a:t>
            </a:r>
            <a:r>
              <a:rPr dirty="0" spc="-15"/>
              <a:t> </a:t>
            </a:r>
            <a:r>
              <a:rPr dirty="0"/>
              <a:t>ťcams</a:t>
            </a:r>
            <a:r>
              <a:rPr dirty="0" spc="-15"/>
              <a:t> </a:t>
            </a:r>
            <a:r>
              <a:rPr dirty="0" spc="-40"/>
              <a:t>idc"ťirQ</a:t>
            </a:r>
            <a:r>
              <a:rPr dirty="0" spc="-15"/>
              <a:t> </a:t>
            </a:r>
            <a:r>
              <a:rPr dirty="0" spc="70"/>
              <a:t>a"d</a:t>
            </a:r>
            <a:r>
              <a:rPr dirty="0" spc="-15"/>
              <a:t> </a:t>
            </a:r>
            <a:r>
              <a:rPr dirty="0" spc="-35"/>
              <a:t>miťigaťc</a:t>
            </a:r>
            <a:r>
              <a:rPr dirty="0" spc="-20"/>
              <a:t> </a:t>
            </a:r>
            <a:r>
              <a:rPr dirty="0" spc="-60"/>
              <a:t>"daťa</a:t>
            </a:r>
            <a:r>
              <a:rPr dirty="0" spc="-15"/>
              <a:t> </a:t>
            </a:r>
            <a:r>
              <a:rPr dirty="0"/>
              <a:t>bícaks"</a:t>
            </a:r>
            <a:r>
              <a:rPr dirty="0" spc="-15"/>
              <a:t> </a:t>
            </a:r>
            <a:r>
              <a:rPr dirty="0"/>
              <a:t>bcroíc</a:t>
            </a:r>
            <a:r>
              <a:rPr dirty="0" spc="-15"/>
              <a:t> </a:t>
            </a:r>
            <a:r>
              <a:rPr dirty="0" spc="-20"/>
              <a:t>ťhcQ </a:t>
            </a:r>
            <a:r>
              <a:rPr dirty="0" spc="55"/>
              <a:t>ícach</a:t>
            </a:r>
            <a:r>
              <a:rPr dirty="0" spc="-85"/>
              <a:t> </a:t>
            </a:r>
            <a:r>
              <a:rPr dirty="0" spc="-10"/>
              <a:t>píoducťio".</a:t>
            </a:r>
          </a:p>
          <a:p>
            <a:pPr marL="12700">
              <a:lnSpc>
                <a:spcPct val="100000"/>
              </a:lnSpc>
              <a:spcBef>
                <a:spcPts val="1425"/>
              </a:spcBef>
            </a:pPr>
            <a:r>
              <a:rPr dirty="0" spc="60">
                <a:latin typeface="Segoe UI Symbol"/>
                <a:cs typeface="Segoe UI Symbol"/>
              </a:rPr>
              <a:t>Lkg</a:t>
            </a:r>
            <a:r>
              <a:rPr dirty="0" spc="20">
                <a:latin typeface="Segoe UI Symbol"/>
                <a:cs typeface="Segoe UI Symbol"/>
              </a:rPr>
              <a:t> </a:t>
            </a:r>
            <a:r>
              <a:rPr dirty="0">
                <a:latin typeface="Segoe UI Symbol"/>
                <a:cs typeface="Segoe UI Symbol"/>
              </a:rPr>
              <a:t>Woíkflow:</a:t>
            </a:r>
            <a:r>
              <a:rPr dirty="0" spc="25">
                <a:latin typeface="Segoe UI Symbol"/>
                <a:cs typeface="Segoe UI Symbol"/>
              </a:rPr>
              <a:t> </a:t>
            </a:r>
            <a:r>
              <a:rPr dirty="0"/>
              <a:t>E:cíQ</a:t>
            </a:r>
            <a:r>
              <a:rPr dirty="0" spc="-25"/>
              <a:t> </a:t>
            </a:r>
            <a:r>
              <a:rPr dirty="0" spc="-55"/>
              <a:t>ťag</a:t>
            </a:r>
            <a:r>
              <a:rPr dirty="0" spc="-30"/>
              <a:t> </a:t>
            </a:r>
            <a:r>
              <a:rPr dirty="0" spc="70"/>
              <a:t>a"d</a:t>
            </a:r>
            <a:r>
              <a:rPr dirty="0" spc="-25"/>
              <a:t> </a:t>
            </a:r>
            <a:r>
              <a:rPr dirty="0"/>
              <a:t>ťíiggcí</a:t>
            </a:r>
            <a:r>
              <a:rPr dirty="0" spc="-25"/>
              <a:t> </a:t>
            </a:r>
            <a:r>
              <a:rPr dirty="0" spc="70"/>
              <a:t>mo:cs</a:t>
            </a:r>
            <a:r>
              <a:rPr dirty="0" spc="-30"/>
              <a:t> </a:t>
            </a:r>
            <a:r>
              <a:rPr dirty="0" spc="-20"/>
              <a:t>ťhíough</a:t>
            </a:r>
            <a:r>
              <a:rPr dirty="0" spc="-25"/>
              <a:t> </a:t>
            </a:r>
            <a:r>
              <a:rPr dirty="0"/>
              <a:t>a</a:t>
            </a:r>
            <a:r>
              <a:rPr dirty="0" spc="-25"/>
              <a:t> </a:t>
            </a:r>
            <a:r>
              <a:rPr dirty="0"/>
              <a:t>sťíucťuícd</a:t>
            </a:r>
            <a:r>
              <a:rPr dirty="0" spc="-25"/>
              <a:t> </a:t>
            </a:r>
            <a:r>
              <a:rPr dirty="0" spc="-10"/>
              <a:t>pipcli"c</a:t>
            </a:r>
          </a:p>
          <a:p>
            <a:pPr marL="12700" marR="136525">
              <a:lnSpc>
                <a:spcPts val="1950"/>
              </a:lnSpc>
              <a:spcBef>
                <a:spcPts val="65"/>
              </a:spcBef>
            </a:pPr>
            <a:r>
              <a:rPr dirty="0" spc="-185"/>
              <a:t>—</a:t>
            </a:r>
            <a:r>
              <a:rPr dirty="0"/>
              <a:t>ríom</a:t>
            </a:r>
            <a:r>
              <a:rPr dirty="0" spc="25"/>
              <a:t> </a:t>
            </a:r>
            <a:r>
              <a:rPr dirty="0" spc="-20"/>
              <a:t>"«acklog"</a:t>
            </a:r>
            <a:r>
              <a:rPr dirty="0" spc="30"/>
              <a:t> </a:t>
            </a:r>
            <a:r>
              <a:rPr dirty="0" spc="-90"/>
              <a:t>ťo</a:t>
            </a:r>
            <a:r>
              <a:rPr dirty="0" spc="30"/>
              <a:t> </a:t>
            </a:r>
            <a:r>
              <a:rPr dirty="0" spc="-25"/>
              <a:t>"Vcíiricd"—o"lQ</a:t>
            </a:r>
            <a:r>
              <a:rPr dirty="0" spc="30"/>
              <a:t> </a:t>
            </a:r>
            <a:r>
              <a:rPr dirty="0" spc="85"/>
              <a:t>o"cc</a:t>
            </a:r>
            <a:r>
              <a:rPr dirty="0" spc="30"/>
              <a:t> </a:t>
            </a:r>
            <a:r>
              <a:rPr dirty="0"/>
              <a:t>spcciric</a:t>
            </a:r>
            <a:r>
              <a:rPr dirty="0" spc="30"/>
              <a:t> </a:t>
            </a:r>
            <a:r>
              <a:rPr dirty="0"/>
              <a:t>ťcch"ical</a:t>
            </a:r>
            <a:r>
              <a:rPr dirty="0" spc="30"/>
              <a:t> </a:t>
            </a:r>
            <a:r>
              <a:rPr dirty="0" spc="45"/>
              <a:t>bc"chmaíks </a:t>
            </a:r>
            <a:r>
              <a:rPr dirty="0" spc="75"/>
              <a:t>aíc</a:t>
            </a:r>
            <a:r>
              <a:rPr dirty="0" spc="-85"/>
              <a:t> </a:t>
            </a:r>
            <a:r>
              <a:rPr dirty="0" spc="-20"/>
              <a:t>mcť.</a:t>
            </a:r>
          </a:p>
          <a:p>
            <a:pPr marL="12700" marR="5080">
              <a:lnSpc>
                <a:spcPct val="125000"/>
              </a:lnSpc>
              <a:spcBef>
                <a:spcPts val="910"/>
              </a:spcBef>
            </a:pPr>
            <a:r>
              <a:rPr dirty="0">
                <a:latin typeface="Segoe UI Symbol"/>
                <a:cs typeface="Segoe UI Symbol"/>
              </a:rPr>
              <a:t>Woíkstígams:</a:t>
            </a:r>
            <a:r>
              <a:rPr dirty="0" spc="55">
                <a:latin typeface="Segoe UI Symbol"/>
                <a:cs typeface="Segoe UI Symbol"/>
              </a:rPr>
              <a:t> </a:t>
            </a:r>
            <a:r>
              <a:rPr dirty="0" spc="60"/>
              <a:t>Ma"agcd</a:t>
            </a:r>
            <a:r>
              <a:rPr dirty="0" spc="5"/>
              <a:t> </a:t>
            </a:r>
            <a:r>
              <a:rPr dirty="0" spc="65"/>
              <a:t>E"ha"ccd</a:t>
            </a:r>
            <a:r>
              <a:rPr dirty="0" spc="5"/>
              <a:t> </a:t>
            </a:r>
            <a:r>
              <a:rPr dirty="0" spc="85"/>
              <a:t>Co":císio"s</a:t>
            </a:r>
            <a:r>
              <a:rPr dirty="0" spc="5"/>
              <a:t> </a:t>
            </a:r>
            <a:r>
              <a:rPr dirty="0"/>
              <a:t>aíchiťccťuíc,</a:t>
            </a:r>
            <a:r>
              <a:rPr dirty="0" spc="5"/>
              <a:t> </a:t>
            </a:r>
            <a:r>
              <a:rPr dirty="0" spc="-65"/>
              <a:t>PII</a:t>
            </a:r>
            <a:r>
              <a:rPr dirty="0" spc="10"/>
              <a:t> </a:t>
            </a:r>
            <a:r>
              <a:rPr dirty="0" spc="-10"/>
              <a:t>Hashi"g píoťocols,</a:t>
            </a:r>
            <a:r>
              <a:rPr dirty="0" spc="-60"/>
              <a:t> </a:t>
            </a:r>
            <a:r>
              <a:rPr dirty="0" spc="70"/>
              <a:t>a"d</a:t>
            </a:r>
            <a:r>
              <a:rPr dirty="0" spc="-95"/>
              <a:t> </a:t>
            </a:r>
            <a:r>
              <a:rPr dirty="0"/>
              <a:t>Ľag</a:t>
            </a:r>
            <a:r>
              <a:rPr dirty="0" spc="-60"/>
              <a:t> </a:t>
            </a:r>
            <a:r>
              <a:rPr dirty="0" spc="60"/>
              <a:t>Scquc"ci"g</a:t>
            </a:r>
            <a:r>
              <a:rPr dirty="0" spc="-55"/>
              <a:t> </a:t>
            </a:r>
            <a:r>
              <a:rPr dirty="0" spc="-90"/>
              <a:t>ťo</a:t>
            </a:r>
            <a:r>
              <a:rPr dirty="0" spc="-60"/>
              <a:t> </a:t>
            </a:r>
            <a:r>
              <a:rPr dirty="0" spc="60"/>
              <a:t>píc:c"ť</a:t>
            </a:r>
            <a:r>
              <a:rPr dirty="0" spc="-55"/>
              <a:t> </a:t>
            </a:r>
            <a:r>
              <a:rPr dirty="0" spc="65"/>
              <a:t>íacc</a:t>
            </a:r>
            <a:r>
              <a:rPr dirty="0" spc="-60"/>
              <a:t> </a:t>
            </a:r>
            <a:r>
              <a:rPr dirty="0" spc="-10"/>
              <a:t>co"diťio"s.</a:t>
            </a:r>
          </a:p>
        </p:txBody>
      </p:sp>
      <p:pic>
        <p:nvPicPr>
          <p:cNvPr id="5" name="object 5" descr="">
            <a:hlinkClick r:id="rId3"/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7466" y="829043"/>
            <a:ext cx="4232275" cy="153035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 marR="5080">
              <a:lnSpc>
                <a:spcPct val="105800"/>
              </a:lnSpc>
              <a:spcBef>
                <a:spcPts val="130"/>
              </a:spcBef>
            </a:pPr>
            <a:r>
              <a:rPr dirty="0" sz="3100" spc="60"/>
              <a:t>Foundational </a:t>
            </a:r>
            <a:r>
              <a:rPr dirty="0" sz="3100" spc="-70"/>
              <a:t>Infrastructure:</a:t>
            </a:r>
            <a:r>
              <a:rPr dirty="0" sz="3100" spc="-160"/>
              <a:t> </a:t>
            </a:r>
            <a:r>
              <a:rPr dirty="0" sz="3100" spc="-10"/>
              <a:t>Global Tag</a:t>
            </a:r>
            <a:r>
              <a:rPr dirty="0" sz="3100" spc="-260"/>
              <a:t> </a:t>
            </a:r>
            <a:r>
              <a:rPr dirty="0" sz="3100" spc="-10"/>
              <a:t>Initialization</a:t>
            </a:r>
            <a:endParaRPr sz="3100"/>
          </a:p>
        </p:txBody>
      </p:sp>
      <p:sp>
        <p:nvSpPr>
          <p:cNvPr id="3" name="object 3" descr=""/>
          <p:cNvSpPr txBox="1"/>
          <p:nvPr/>
        </p:nvSpPr>
        <p:spPr>
          <a:xfrm>
            <a:off x="607457" y="2457589"/>
            <a:ext cx="4594860" cy="309245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 marR="137795">
              <a:lnSpc>
                <a:spcPct val="127499"/>
              </a:lnSpc>
              <a:spcBef>
                <a:spcPts val="135"/>
              </a:spcBef>
            </a:pPr>
            <a:r>
              <a:rPr dirty="0" sz="1250">
                <a:solidFill>
                  <a:srgbClr val="DCD7E5"/>
                </a:solidFill>
                <a:latin typeface="Tahoma"/>
                <a:cs typeface="Tahoma"/>
              </a:rPr>
              <a:t>A</a:t>
            </a:r>
            <a:r>
              <a:rPr dirty="0" sz="1250" spc="-30">
                <a:solidFill>
                  <a:srgbClr val="DCD7E5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DCD7E5"/>
                </a:solidFill>
                <a:latin typeface="Tahoma"/>
                <a:cs typeface="Tahoma"/>
              </a:rPr>
              <a:t>u"iricd</a:t>
            </a:r>
            <a:r>
              <a:rPr dirty="0" sz="1250" spc="-30">
                <a:solidFill>
                  <a:srgbClr val="DCD7E5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DCD7E5"/>
                </a:solidFill>
                <a:latin typeface="Tahoma"/>
                <a:cs typeface="Tahoma"/>
              </a:rPr>
              <a:t>global</a:t>
            </a:r>
            <a:r>
              <a:rPr dirty="0" sz="1250" spc="-30">
                <a:solidFill>
                  <a:srgbClr val="DCD7E5"/>
                </a:solidFill>
                <a:latin typeface="Tahoma"/>
                <a:cs typeface="Tahoma"/>
              </a:rPr>
              <a:t> </a:t>
            </a:r>
            <a:r>
              <a:rPr dirty="0" sz="1250" spc="-55">
                <a:solidFill>
                  <a:srgbClr val="DCD7E5"/>
                </a:solidFill>
                <a:latin typeface="Tahoma"/>
                <a:cs typeface="Tahoma"/>
              </a:rPr>
              <a:t>ťag</a:t>
            </a:r>
            <a:r>
              <a:rPr dirty="0" sz="1250" spc="-30">
                <a:solidFill>
                  <a:srgbClr val="DCD7E5"/>
                </a:solidFill>
                <a:latin typeface="Tahoma"/>
                <a:cs typeface="Tahoma"/>
              </a:rPr>
              <a:t> </a:t>
            </a:r>
            <a:r>
              <a:rPr dirty="0" sz="1250" spc="95">
                <a:solidFill>
                  <a:srgbClr val="DCD7E5"/>
                </a:solidFill>
                <a:latin typeface="Tahoma"/>
                <a:cs typeface="Tahoma"/>
              </a:rPr>
              <a:t>scí:cs</a:t>
            </a:r>
            <a:r>
              <a:rPr dirty="0" sz="1250" spc="-30">
                <a:solidFill>
                  <a:srgbClr val="DCD7E5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DCD7E5"/>
                </a:solidFill>
                <a:latin typeface="Tahoma"/>
                <a:cs typeface="Tahoma"/>
              </a:rPr>
              <a:t>as</a:t>
            </a:r>
            <a:r>
              <a:rPr dirty="0" sz="1250" spc="-30">
                <a:solidFill>
                  <a:srgbClr val="DCD7E5"/>
                </a:solidFill>
                <a:latin typeface="Tahoma"/>
                <a:cs typeface="Tahoma"/>
              </a:rPr>
              <a:t> </a:t>
            </a:r>
            <a:r>
              <a:rPr dirty="0" sz="1250" spc="-45">
                <a:solidFill>
                  <a:srgbClr val="DCD7E5"/>
                </a:solidFill>
                <a:latin typeface="Tahoma"/>
                <a:cs typeface="Tahoma"/>
              </a:rPr>
              <a:t>ťhc</a:t>
            </a:r>
            <a:r>
              <a:rPr dirty="0" sz="1250" spc="-30">
                <a:solidFill>
                  <a:srgbClr val="DCD7E5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DCD7E5"/>
                </a:solidFill>
                <a:latin typeface="Tahoma"/>
                <a:cs typeface="Tahoma"/>
              </a:rPr>
              <a:t>"Si"glc</a:t>
            </a:r>
            <a:r>
              <a:rPr dirty="0" sz="1250" spc="-30">
                <a:solidFill>
                  <a:srgbClr val="DCD7E5"/>
                </a:solidFill>
                <a:latin typeface="Tahoma"/>
                <a:cs typeface="Tahoma"/>
              </a:rPr>
              <a:t> </a:t>
            </a:r>
            <a:r>
              <a:rPr dirty="0" sz="1250" spc="50">
                <a:solidFill>
                  <a:srgbClr val="DCD7E5"/>
                </a:solidFill>
                <a:latin typeface="Tahoma"/>
                <a:cs typeface="Tahoma"/>
              </a:rPr>
              <a:t>Souícc</a:t>
            </a:r>
            <a:r>
              <a:rPr dirty="0" sz="1250" spc="-30">
                <a:solidFill>
                  <a:srgbClr val="DCD7E5"/>
                </a:solidFill>
                <a:latin typeface="Tahoma"/>
                <a:cs typeface="Tahoma"/>
              </a:rPr>
              <a:t> </a:t>
            </a:r>
            <a:r>
              <a:rPr dirty="0" sz="1250" spc="-10">
                <a:solidFill>
                  <a:srgbClr val="DCD7E5"/>
                </a:solidFill>
                <a:latin typeface="Tahoma"/>
                <a:cs typeface="Tahoma"/>
              </a:rPr>
              <a:t>or</a:t>
            </a:r>
            <a:r>
              <a:rPr dirty="0" sz="1250" spc="-65">
                <a:solidFill>
                  <a:srgbClr val="DCD7E5"/>
                </a:solidFill>
                <a:latin typeface="Tahoma"/>
                <a:cs typeface="Tahoma"/>
              </a:rPr>
              <a:t> </a:t>
            </a:r>
            <a:r>
              <a:rPr dirty="0" sz="1250" spc="-30">
                <a:solidFill>
                  <a:srgbClr val="DCD7E5"/>
                </a:solidFill>
                <a:latin typeface="Tahoma"/>
                <a:cs typeface="Tahoma"/>
              </a:rPr>
              <a:t>Ľíuťh" </a:t>
            </a:r>
            <a:r>
              <a:rPr dirty="0" sz="1250" spc="-25">
                <a:solidFill>
                  <a:srgbClr val="DCD7E5"/>
                </a:solidFill>
                <a:latin typeface="Tahoma"/>
                <a:cs typeface="Tahoma"/>
              </a:rPr>
              <a:t>roí </a:t>
            </a:r>
            <a:r>
              <a:rPr dirty="0" sz="1250">
                <a:solidFill>
                  <a:srgbClr val="DCD7E5"/>
                </a:solidFill>
                <a:latin typeface="Tahoma"/>
                <a:cs typeface="Tahoma"/>
              </a:rPr>
              <a:t>cíoss-plaťroím</a:t>
            </a:r>
            <a:r>
              <a:rPr dirty="0" sz="1250" spc="204">
                <a:solidFill>
                  <a:srgbClr val="DCD7E5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DCD7E5"/>
                </a:solidFill>
                <a:latin typeface="Tahoma"/>
                <a:cs typeface="Tahoma"/>
              </a:rPr>
              <a:t>mcasuícmc"ť.</a:t>
            </a:r>
            <a:r>
              <a:rPr dirty="0" sz="1250" spc="204">
                <a:solidFill>
                  <a:srgbClr val="DCD7E5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DCD7E5"/>
                </a:solidFill>
                <a:latin typeface="Tahoma"/>
                <a:cs typeface="Tahoma"/>
              </a:rPr>
              <a:t>Cc"ťíalizcd</a:t>
            </a:r>
            <a:r>
              <a:rPr dirty="0" sz="1250" spc="210">
                <a:solidFill>
                  <a:srgbClr val="DCD7E5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DCD7E5"/>
                </a:solidFill>
                <a:latin typeface="Tahoma"/>
                <a:cs typeface="Tahoma"/>
              </a:rPr>
              <a:t>i"iťializaťio"</a:t>
            </a:r>
            <a:r>
              <a:rPr dirty="0" sz="1250" spc="204">
                <a:solidFill>
                  <a:srgbClr val="DCD7E5"/>
                </a:solidFill>
                <a:latin typeface="Tahoma"/>
                <a:cs typeface="Tahoma"/>
              </a:rPr>
              <a:t> </a:t>
            </a:r>
            <a:r>
              <a:rPr dirty="0" sz="1250" spc="50">
                <a:solidFill>
                  <a:srgbClr val="DCD7E5"/>
                </a:solidFill>
                <a:latin typeface="Tahoma"/>
                <a:cs typeface="Tahoma"/>
              </a:rPr>
              <a:t>píc:c"ťs </a:t>
            </a:r>
            <a:r>
              <a:rPr dirty="0" sz="1250">
                <a:solidFill>
                  <a:srgbClr val="DCD7E5"/>
                </a:solidFill>
                <a:latin typeface="Tahoma"/>
                <a:cs typeface="Tahoma"/>
              </a:rPr>
              <a:t>ríagmc"ťcd</a:t>
            </a:r>
            <a:r>
              <a:rPr dirty="0" sz="1250" spc="-15">
                <a:solidFill>
                  <a:srgbClr val="DCD7E5"/>
                </a:solidFill>
                <a:latin typeface="Tahoma"/>
                <a:cs typeface="Tahoma"/>
              </a:rPr>
              <a:t> </a:t>
            </a:r>
            <a:r>
              <a:rPr dirty="0" sz="1250" spc="-60">
                <a:solidFill>
                  <a:srgbClr val="DCD7E5"/>
                </a:solidFill>
                <a:latin typeface="Tahoma"/>
                <a:cs typeface="Tahoma"/>
              </a:rPr>
              <a:t>daťa,</a:t>
            </a:r>
            <a:r>
              <a:rPr dirty="0" sz="1250" spc="-10">
                <a:solidFill>
                  <a:srgbClr val="DCD7E5"/>
                </a:solidFill>
                <a:latin typeface="Tahoma"/>
                <a:cs typeface="Tahoma"/>
              </a:rPr>
              <a:t> duplicaťc</a:t>
            </a:r>
            <a:r>
              <a:rPr dirty="0" sz="1250" spc="-15">
                <a:solidFill>
                  <a:srgbClr val="DCD7E5"/>
                </a:solidFill>
                <a:latin typeface="Tahoma"/>
                <a:cs typeface="Tahoma"/>
              </a:rPr>
              <a:t> </a:t>
            </a:r>
            <a:r>
              <a:rPr dirty="0" sz="1250" spc="-60">
                <a:solidFill>
                  <a:srgbClr val="DCD7E5"/>
                </a:solidFill>
                <a:latin typeface="Tahoma"/>
                <a:cs typeface="Tahoma"/>
              </a:rPr>
              <a:t>hiťs,</a:t>
            </a:r>
            <a:r>
              <a:rPr dirty="0" sz="1250" spc="-10">
                <a:solidFill>
                  <a:srgbClr val="DCD7E5"/>
                </a:solidFill>
                <a:latin typeface="Tahoma"/>
                <a:cs typeface="Tahoma"/>
              </a:rPr>
              <a:t> </a:t>
            </a:r>
            <a:r>
              <a:rPr dirty="0" sz="1250" spc="70">
                <a:solidFill>
                  <a:srgbClr val="DCD7E5"/>
                </a:solidFill>
                <a:latin typeface="Tahoma"/>
                <a:cs typeface="Tahoma"/>
              </a:rPr>
              <a:t>a"d</a:t>
            </a:r>
            <a:r>
              <a:rPr dirty="0" sz="1250" spc="-10">
                <a:solidFill>
                  <a:srgbClr val="DCD7E5"/>
                </a:solidFill>
                <a:latin typeface="Tahoma"/>
                <a:cs typeface="Tahoma"/>
              </a:rPr>
              <a:t> </a:t>
            </a:r>
            <a:r>
              <a:rPr dirty="0" sz="1250" spc="-25">
                <a:solidFill>
                  <a:srgbClr val="DCD7E5"/>
                </a:solidFill>
                <a:latin typeface="Tahoma"/>
                <a:cs typeface="Tahoma"/>
              </a:rPr>
              <a:t>aťťíibuťio"</a:t>
            </a:r>
            <a:r>
              <a:rPr dirty="0" sz="1250" spc="-15">
                <a:solidFill>
                  <a:srgbClr val="DCD7E5"/>
                </a:solidFill>
                <a:latin typeface="Tahoma"/>
                <a:cs typeface="Tahoma"/>
              </a:rPr>
              <a:t> </a:t>
            </a:r>
            <a:r>
              <a:rPr dirty="0" sz="1250" spc="-10">
                <a:solidFill>
                  <a:srgbClr val="DCD7E5"/>
                </a:solidFill>
                <a:latin typeface="Tahoma"/>
                <a:cs typeface="Tahoma"/>
              </a:rPr>
              <a:t>loss.</a:t>
            </a:r>
            <a:endParaRPr sz="1250">
              <a:latin typeface="Tahoma"/>
              <a:cs typeface="Tahoma"/>
            </a:endParaRPr>
          </a:p>
          <a:p>
            <a:pPr marL="12700" marR="58419">
              <a:lnSpc>
                <a:spcPct val="127499"/>
              </a:lnSpc>
              <a:spcBef>
                <a:spcPts val="1010"/>
              </a:spcBef>
            </a:pPr>
            <a:r>
              <a:rPr dirty="0" sz="1250" spc="-60">
                <a:solidFill>
                  <a:srgbClr val="DCD7E5"/>
                </a:solidFill>
                <a:latin typeface="Segoe UI Symbol"/>
                <a:cs typeface="Segoe UI Symbol"/>
              </a:rPr>
              <a:t>Implgmg⭲tatio⭲:</a:t>
            </a:r>
            <a:r>
              <a:rPr dirty="0" sz="1250" spc="5">
                <a:solidFill>
                  <a:srgbClr val="DCD7E5"/>
                </a:solidFill>
                <a:latin typeface="Segoe UI Symbol"/>
                <a:cs typeface="Segoe UI Symbol"/>
              </a:rPr>
              <a:t> </a:t>
            </a:r>
            <a:r>
              <a:rPr dirty="0" sz="1250">
                <a:solidFill>
                  <a:srgbClr val="DCD7E5"/>
                </a:solidFill>
                <a:latin typeface="Tahoma"/>
                <a:cs typeface="Tahoma"/>
              </a:rPr>
              <a:t>"Ľhc</a:t>
            </a:r>
            <a:r>
              <a:rPr dirty="0" sz="1250" spc="-35">
                <a:solidFill>
                  <a:srgbClr val="DCD7E5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DCD7E5"/>
                </a:solidFill>
                <a:latin typeface="Tahoma"/>
                <a:cs typeface="Tahoma"/>
              </a:rPr>
              <a:t>Googlc</a:t>
            </a:r>
            <a:r>
              <a:rPr dirty="0" sz="1250" spc="-70">
                <a:solidFill>
                  <a:srgbClr val="DCD7E5"/>
                </a:solidFill>
                <a:latin typeface="Tahoma"/>
                <a:cs typeface="Tahoma"/>
              </a:rPr>
              <a:t> </a:t>
            </a:r>
            <a:r>
              <a:rPr dirty="0" sz="1250" spc="-25">
                <a:solidFill>
                  <a:srgbClr val="DCD7E5"/>
                </a:solidFill>
                <a:latin typeface="Tahoma"/>
                <a:cs typeface="Tahoma"/>
              </a:rPr>
              <a:t>Ľag"</a:t>
            </a:r>
            <a:r>
              <a:rPr dirty="0" sz="1250" spc="-35">
                <a:solidFill>
                  <a:srgbClr val="DCD7E5"/>
                </a:solidFill>
                <a:latin typeface="Tahoma"/>
                <a:cs typeface="Tahoma"/>
              </a:rPr>
              <a:t> </a:t>
            </a:r>
            <a:r>
              <a:rPr dirty="0" sz="1250" spc="95">
                <a:solidFill>
                  <a:srgbClr val="DCD7E5"/>
                </a:solidFill>
                <a:latin typeface="Tahoma"/>
                <a:cs typeface="Tahoma"/>
              </a:rPr>
              <a:t>scí:cs</a:t>
            </a:r>
            <a:r>
              <a:rPr dirty="0" sz="1250" spc="-35">
                <a:solidFill>
                  <a:srgbClr val="DCD7E5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DCD7E5"/>
                </a:solidFill>
                <a:latin typeface="Tahoma"/>
                <a:cs typeface="Tahoma"/>
              </a:rPr>
              <a:t>as</a:t>
            </a:r>
            <a:r>
              <a:rPr dirty="0" sz="1250" spc="-35">
                <a:solidFill>
                  <a:srgbClr val="DCD7E5"/>
                </a:solidFill>
                <a:latin typeface="Tahoma"/>
                <a:cs typeface="Tahoma"/>
              </a:rPr>
              <a:t> </a:t>
            </a:r>
            <a:r>
              <a:rPr dirty="0" sz="1250" spc="-45">
                <a:solidFill>
                  <a:srgbClr val="DCD7E5"/>
                </a:solidFill>
                <a:latin typeface="Tahoma"/>
                <a:cs typeface="Tahoma"/>
              </a:rPr>
              <a:t>ťhc</a:t>
            </a:r>
            <a:r>
              <a:rPr dirty="0" sz="1250" spc="-35">
                <a:solidFill>
                  <a:srgbClr val="DCD7E5"/>
                </a:solidFill>
                <a:latin typeface="Tahoma"/>
                <a:cs typeface="Tahoma"/>
              </a:rPr>
              <a:t> </a:t>
            </a:r>
            <a:r>
              <a:rPr dirty="0" sz="1250" spc="-10">
                <a:solidFill>
                  <a:srgbClr val="DCD7E5"/>
                </a:solidFill>
                <a:latin typeface="Tahoma"/>
                <a:cs typeface="Tahoma"/>
              </a:rPr>
              <a:t>rou"daťio"al </a:t>
            </a:r>
            <a:r>
              <a:rPr dirty="0" sz="1250" spc="-40">
                <a:solidFill>
                  <a:srgbClr val="DCD7E5"/>
                </a:solidFill>
                <a:latin typeface="Tahoma"/>
                <a:cs typeface="Tahoma"/>
              </a:rPr>
              <a:t>laQcí,</a:t>
            </a:r>
            <a:r>
              <a:rPr dirty="0" sz="1250" spc="-10">
                <a:solidFill>
                  <a:srgbClr val="DCD7E5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DCD7E5"/>
                </a:solidFill>
                <a:latin typeface="Tahoma"/>
                <a:cs typeface="Tahoma"/>
              </a:rPr>
              <a:t>i"iťializcd</a:t>
            </a:r>
            <a:r>
              <a:rPr dirty="0" sz="1250" spc="-10">
                <a:solidFill>
                  <a:srgbClr val="DCD7E5"/>
                </a:solidFill>
                <a:latin typeface="Tahoma"/>
                <a:cs typeface="Tahoma"/>
              </a:rPr>
              <a:t> </a:t>
            </a:r>
            <a:r>
              <a:rPr dirty="0" sz="1250" spc="105">
                <a:solidFill>
                  <a:srgbClr val="DCD7E5"/>
                </a:solidFill>
                <a:latin typeface="Tahoma"/>
                <a:cs typeface="Tahoma"/>
              </a:rPr>
              <a:t>o"</a:t>
            </a:r>
            <a:r>
              <a:rPr dirty="0" sz="1250" spc="-10">
                <a:solidFill>
                  <a:srgbClr val="DCD7E5"/>
                </a:solidFill>
                <a:latin typeface="Tahoma"/>
                <a:cs typeface="Tahoma"/>
              </a:rPr>
              <a:t> </a:t>
            </a:r>
            <a:r>
              <a:rPr dirty="0" sz="1250" spc="-80">
                <a:solidFill>
                  <a:srgbClr val="DCD7E5"/>
                </a:solidFill>
                <a:latin typeface="Tahoma"/>
                <a:cs typeface="Tahoma"/>
              </a:rPr>
              <a:t>kcQ</a:t>
            </a:r>
            <a:r>
              <a:rPr dirty="0" sz="1250" spc="-5">
                <a:solidFill>
                  <a:srgbClr val="DCD7E5"/>
                </a:solidFill>
                <a:latin typeface="Tahoma"/>
                <a:cs typeface="Tahoma"/>
              </a:rPr>
              <a:t> </a:t>
            </a:r>
            <a:r>
              <a:rPr dirty="0" sz="1250" spc="55">
                <a:solidFill>
                  <a:srgbClr val="DCD7E5"/>
                </a:solidFill>
                <a:latin typeface="Tahoma"/>
                <a:cs typeface="Tahoma"/>
              </a:rPr>
              <a:t>la"di"g</a:t>
            </a:r>
            <a:r>
              <a:rPr dirty="0" sz="1250" spc="-10">
                <a:solidFill>
                  <a:srgbClr val="DCD7E5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DCD7E5"/>
                </a:solidFill>
                <a:latin typeface="Tahoma"/>
                <a:cs typeface="Tahoma"/>
              </a:rPr>
              <a:t>pagcs</a:t>
            </a:r>
            <a:r>
              <a:rPr dirty="0" sz="1250" spc="-10">
                <a:solidFill>
                  <a:srgbClr val="DCD7E5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DCD7E5"/>
                </a:solidFill>
                <a:latin typeface="Tahoma"/>
                <a:cs typeface="Tahoma"/>
              </a:rPr>
              <a:t>(Coppcí,</a:t>
            </a:r>
            <a:r>
              <a:rPr dirty="0" sz="1250" spc="-10">
                <a:solidFill>
                  <a:srgbClr val="DCD7E5"/>
                </a:solidFill>
                <a:latin typeface="Tahoma"/>
                <a:cs typeface="Tahoma"/>
              </a:rPr>
              <a:t> </a:t>
            </a:r>
            <a:r>
              <a:rPr dirty="0" sz="1250" spc="50">
                <a:solidFill>
                  <a:srgbClr val="DCD7E5"/>
                </a:solidFill>
                <a:latin typeface="Tahoma"/>
                <a:cs typeface="Tahoma"/>
              </a:rPr>
              <a:t>«ío"zc,</a:t>
            </a:r>
            <a:r>
              <a:rPr dirty="0" sz="1250" spc="-5">
                <a:solidFill>
                  <a:srgbClr val="DCD7E5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DCD7E5"/>
                </a:solidFill>
                <a:latin typeface="Tahoma"/>
                <a:cs typeface="Tahoma"/>
              </a:rPr>
              <a:t>Sil:cí,</a:t>
            </a:r>
            <a:r>
              <a:rPr dirty="0" sz="1250" spc="-10">
                <a:solidFill>
                  <a:srgbClr val="DCD7E5"/>
                </a:solidFill>
                <a:latin typeface="Tahoma"/>
                <a:cs typeface="Tahoma"/>
              </a:rPr>
              <a:t> </a:t>
            </a:r>
            <a:r>
              <a:rPr dirty="0" sz="1250" spc="45">
                <a:solidFill>
                  <a:srgbClr val="DCD7E5"/>
                </a:solidFill>
                <a:latin typeface="Tahoma"/>
                <a:cs typeface="Tahoma"/>
              </a:rPr>
              <a:t>a"d </a:t>
            </a:r>
            <a:r>
              <a:rPr dirty="0" sz="1250">
                <a:solidFill>
                  <a:srgbClr val="DCD7E5"/>
                </a:solidFill>
                <a:latin typeface="Tahoma"/>
                <a:cs typeface="Tahoma"/>
              </a:rPr>
              <a:t>Gold</a:t>
            </a:r>
            <a:r>
              <a:rPr dirty="0" sz="1250" spc="-70">
                <a:solidFill>
                  <a:srgbClr val="DCD7E5"/>
                </a:solidFill>
                <a:latin typeface="Tahoma"/>
                <a:cs typeface="Tahoma"/>
              </a:rPr>
              <a:t> </a:t>
            </a:r>
            <a:r>
              <a:rPr dirty="0" sz="1250" spc="75">
                <a:solidFill>
                  <a:srgbClr val="DCD7E5"/>
                </a:solidFill>
                <a:latin typeface="Tahoma"/>
                <a:cs typeface="Tahoma"/>
              </a:rPr>
              <a:t>Pío</a:t>
            </a:r>
            <a:r>
              <a:rPr dirty="0" sz="1250" spc="-65">
                <a:solidFill>
                  <a:srgbClr val="DCD7E5"/>
                </a:solidFill>
                <a:latin typeface="Tahoma"/>
                <a:cs typeface="Tahoma"/>
              </a:rPr>
              <a:t> </a:t>
            </a:r>
            <a:r>
              <a:rPr dirty="0" sz="1250" spc="-10">
                <a:solidFill>
                  <a:srgbClr val="DCD7E5"/>
                </a:solidFill>
                <a:latin typeface="Tahoma"/>
                <a:cs typeface="Tahoma"/>
              </a:rPr>
              <a:t>pla"s).</a:t>
            </a:r>
            <a:endParaRPr sz="1250">
              <a:latin typeface="Tahoma"/>
              <a:cs typeface="Tahoma"/>
            </a:endParaRPr>
          </a:p>
          <a:p>
            <a:pPr marL="12700" marR="5080">
              <a:lnSpc>
                <a:spcPct val="127499"/>
              </a:lnSpc>
              <a:spcBef>
                <a:spcPts val="1015"/>
              </a:spcBef>
            </a:pPr>
            <a:r>
              <a:rPr dirty="0" sz="1250">
                <a:solidFill>
                  <a:srgbClr val="DCD7E5"/>
                </a:solidFill>
                <a:latin typeface="Segoe UI Symbol"/>
                <a:cs typeface="Segoe UI Symbol"/>
              </a:rPr>
              <a:t>Aíckitgctuíg:</a:t>
            </a:r>
            <a:r>
              <a:rPr dirty="0" sz="1250" spc="110">
                <a:solidFill>
                  <a:srgbClr val="DCD7E5"/>
                </a:solidFill>
                <a:latin typeface="Segoe UI Symbol"/>
                <a:cs typeface="Segoe UI Symbol"/>
              </a:rPr>
              <a:t> </a:t>
            </a:r>
            <a:r>
              <a:rPr dirty="0" sz="1250">
                <a:solidFill>
                  <a:srgbClr val="DCD7E5"/>
                </a:solidFill>
                <a:latin typeface="Tahoma"/>
                <a:cs typeface="Tahoma"/>
              </a:rPr>
              <a:t>A</a:t>
            </a:r>
            <a:r>
              <a:rPr dirty="0" sz="1250" spc="60">
                <a:solidFill>
                  <a:srgbClr val="DCD7E5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DCD7E5"/>
                </a:solidFill>
                <a:latin typeface="Tahoma"/>
                <a:cs typeface="Tahoma"/>
              </a:rPr>
              <a:t>u"iricd</a:t>
            </a:r>
            <a:r>
              <a:rPr dirty="0" sz="1250" spc="60">
                <a:solidFill>
                  <a:srgbClr val="DCD7E5"/>
                </a:solidFill>
                <a:latin typeface="Tahoma"/>
                <a:cs typeface="Tahoma"/>
              </a:rPr>
              <a:t> </a:t>
            </a:r>
            <a:r>
              <a:rPr dirty="0" sz="1250" spc="55">
                <a:solidFill>
                  <a:srgbClr val="DCD7E5"/>
                </a:solidFill>
                <a:latin typeface="Tahoma"/>
                <a:cs typeface="Tahoma"/>
              </a:rPr>
              <a:t>co"ťai"cí</a:t>
            </a:r>
            <a:r>
              <a:rPr dirty="0" sz="1250" spc="60">
                <a:solidFill>
                  <a:srgbClr val="DCD7E5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DCD7E5"/>
                </a:solidFill>
                <a:latin typeface="Tahoma"/>
                <a:cs typeface="Tahoma"/>
              </a:rPr>
              <a:t>suppoíťs</a:t>
            </a:r>
            <a:r>
              <a:rPr dirty="0" sz="1250" spc="60">
                <a:solidFill>
                  <a:srgbClr val="DCD7E5"/>
                </a:solidFill>
                <a:latin typeface="Tahoma"/>
                <a:cs typeface="Tahoma"/>
              </a:rPr>
              <a:t> </a:t>
            </a:r>
            <a:r>
              <a:rPr dirty="0" sz="1250" spc="-30">
                <a:solidFill>
                  <a:srgbClr val="DCD7E5"/>
                </a:solidFill>
                <a:latin typeface="Tahoma"/>
                <a:cs typeface="Tahoma"/>
              </a:rPr>
              <a:t>lcgacQ</a:t>
            </a:r>
            <a:r>
              <a:rPr dirty="0" sz="1250" spc="60">
                <a:solidFill>
                  <a:srgbClr val="DCD7E5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DCD7E5"/>
                </a:solidFill>
                <a:latin typeface="Tahoma"/>
                <a:cs typeface="Tahoma"/>
              </a:rPr>
              <a:t>rcaťuícs</a:t>
            </a:r>
            <a:r>
              <a:rPr dirty="0" sz="1250" spc="60">
                <a:solidFill>
                  <a:srgbClr val="DCD7E5"/>
                </a:solidFill>
                <a:latin typeface="Tahoma"/>
                <a:cs typeface="Tahoma"/>
              </a:rPr>
              <a:t> </a:t>
            </a:r>
            <a:r>
              <a:rPr dirty="0" sz="1250" spc="-10">
                <a:solidFill>
                  <a:srgbClr val="DCD7E5"/>
                </a:solidFill>
                <a:latin typeface="Tahoma"/>
                <a:cs typeface="Tahoma"/>
              </a:rPr>
              <a:t>whilc </a:t>
            </a:r>
            <a:r>
              <a:rPr dirty="0" sz="1250" spc="50">
                <a:solidFill>
                  <a:srgbClr val="DCD7E5"/>
                </a:solidFill>
                <a:latin typeface="Tahoma"/>
                <a:cs typeface="Tahoma"/>
              </a:rPr>
              <a:t>pío:idi"g</a:t>
            </a:r>
            <a:r>
              <a:rPr dirty="0" sz="1250" spc="-5">
                <a:solidFill>
                  <a:srgbClr val="DCD7E5"/>
                </a:solidFill>
                <a:latin typeface="Tahoma"/>
                <a:cs typeface="Tahoma"/>
              </a:rPr>
              <a:t> </a:t>
            </a:r>
            <a:r>
              <a:rPr dirty="0" sz="1250" spc="-45">
                <a:solidFill>
                  <a:srgbClr val="DCD7E5"/>
                </a:solidFill>
                <a:latin typeface="Tahoma"/>
                <a:cs typeface="Tahoma"/>
              </a:rPr>
              <a:t>ťhc</a:t>
            </a:r>
            <a:r>
              <a:rPr dirty="0" sz="1250" spc="-5">
                <a:solidFill>
                  <a:srgbClr val="DCD7E5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DCD7E5"/>
                </a:solidFill>
                <a:latin typeface="Tahoma"/>
                <a:cs typeface="Tahoma"/>
              </a:rPr>
              <a:t>"cccssaíQ</a:t>
            </a:r>
            <a:r>
              <a:rPr dirty="0" sz="1250" spc="-5">
                <a:solidFill>
                  <a:srgbClr val="DCD7E5"/>
                </a:solidFill>
                <a:latin typeface="Tahoma"/>
                <a:cs typeface="Tahoma"/>
              </a:rPr>
              <a:t> </a:t>
            </a:r>
            <a:r>
              <a:rPr dirty="0" sz="1250" spc="75">
                <a:solidFill>
                  <a:srgbClr val="DCD7E5"/>
                </a:solidFill>
                <a:latin typeface="Tahoma"/>
                <a:cs typeface="Tahoma"/>
              </a:rPr>
              <a:t>c":iío"mc"ť</a:t>
            </a:r>
            <a:r>
              <a:rPr dirty="0" sz="1250" spc="-5">
                <a:solidFill>
                  <a:srgbClr val="DCD7E5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DCD7E5"/>
                </a:solidFill>
                <a:latin typeface="Tahoma"/>
                <a:cs typeface="Tahoma"/>
              </a:rPr>
              <a:t>roí</a:t>
            </a:r>
            <a:r>
              <a:rPr dirty="0" sz="1250" spc="-5">
                <a:solidFill>
                  <a:srgbClr val="DCD7E5"/>
                </a:solidFill>
                <a:latin typeface="Tahoma"/>
                <a:cs typeface="Tahoma"/>
              </a:rPr>
              <a:t> </a:t>
            </a:r>
            <a:r>
              <a:rPr dirty="0" sz="1250" spc="75">
                <a:solidFill>
                  <a:srgbClr val="DCD7E5"/>
                </a:solidFill>
                <a:latin typeface="Tahoma"/>
                <a:cs typeface="Tahoma"/>
              </a:rPr>
              <a:t>modcí"</a:t>
            </a:r>
            <a:r>
              <a:rPr dirty="0" sz="1250" spc="-5">
                <a:solidFill>
                  <a:srgbClr val="DCD7E5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DCD7E5"/>
                </a:solidFill>
                <a:latin typeface="Tahoma"/>
                <a:cs typeface="Tahoma"/>
              </a:rPr>
              <a:t>GA4</a:t>
            </a:r>
            <a:r>
              <a:rPr dirty="0" sz="1250" spc="-5">
                <a:solidFill>
                  <a:srgbClr val="DCD7E5"/>
                </a:solidFill>
                <a:latin typeface="Tahoma"/>
                <a:cs typeface="Tahoma"/>
              </a:rPr>
              <a:t> </a:t>
            </a:r>
            <a:r>
              <a:rPr dirty="0" sz="1250" spc="70">
                <a:solidFill>
                  <a:srgbClr val="DCD7E5"/>
                </a:solidFill>
                <a:latin typeface="Tahoma"/>
                <a:cs typeface="Tahoma"/>
              </a:rPr>
              <a:t>a"d</a:t>
            </a:r>
            <a:r>
              <a:rPr dirty="0" sz="1250" spc="-5">
                <a:solidFill>
                  <a:srgbClr val="DCD7E5"/>
                </a:solidFill>
                <a:latin typeface="Tahoma"/>
                <a:cs typeface="Tahoma"/>
              </a:rPr>
              <a:t> </a:t>
            </a:r>
            <a:r>
              <a:rPr dirty="0" sz="1250" spc="-10">
                <a:solidFill>
                  <a:srgbClr val="DCD7E5"/>
                </a:solidFill>
                <a:latin typeface="Tahoma"/>
                <a:cs typeface="Tahoma"/>
              </a:rPr>
              <a:t>Googlc </a:t>
            </a:r>
            <a:r>
              <a:rPr dirty="0" sz="1250">
                <a:solidFill>
                  <a:srgbClr val="DCD7E5"/>
                </a:solidFill>
                <a:latin typeface="Tahoma"/>
                <a:cs typeface="Tahoma"/>
              </a:rPr>
              <a:t>Ads</a:t>
            </a:r>
            <a:r>
              <a:rPr dirty="0" sz="1250" spc="20">
                <a:solidFill>
                  <a:srgbClr val="DCD7E5"/>
                </a:solidFill>
                <a:latin typeface="Tahoma"/>
                <a:cs typeface="Tahoma"/>
              </a:rPr>
              <a:t> </a:t>
            </a:r>
            <a:r>
              <a:rPr dirty="0" sz="1250" spc="-10">
                <a:solidFill>
                  <a:srgbClr val="DCD7E5"/>
                </a:solidFill>
                <a:latin typeface="Tahoma"/>
                <a:cs typeface="Tahoma"/>
              </a:rPr>
              <a:t>asscťs.</a:t>
            </a:r>
            <a:endParaRPr sz="1250">
              <a:latin typeface="Tahoma"/>
              <a:cs typeface="Tahoma"/>
            </a:endParaRPr>
          </a:p>
          <a:p>
            <a:pPr marL="12700" marR="151765">
              <a:lnSpc>
                <a:spcPct val="130000"/>
              </a:lnSpc>
              <a:spcBef>
                <a:spcPts val="975"/>
              </a:spcBef>
            </a:pPr>
            <a:r>
              <a:rPr dirty="0" sz="1250" spc="-35">
                <a:solidFill>
                  <a:srgbClr val="DCD7E5"/>
                </a:solidFill>
                <a:latin typeface="Segoe UI Symbol"/>
                <a:cs typeface="Segoe UI Symbol"/>
              </a:rPr>
              <a:t>Efficig⭲cQ:</a:t>
            </a:r>
            <a:r>
              <a:rPr dirty="0" sz="1250" spc="-20">
                <a:solidFill>
                  <a:srgbClr val="DCD7E5"/>
                </a:solidFill>
                <a:latin typeface="Segoe UI Symbol"/>
                <a:cs typeface="Segoe UI Symbol"/>
              </a:rPr>
              <a:t> </a:t>
            </a:r>
            <a:r>
              <a:rPr dirty="0" sz="1250">
                <a:solidFill>
                  <a:srgbClr val="DCD7E5"/>
                </a:solidFill>
                <a:latin typeface="Tahoma"/>
                <a:cs typeface="Tahoma"/>
              </a:rPr>
              <a:t>Ncsťcd</a:t>
            </a:r>
            <a:r>
              <a:rPr dirty="0" sz="1250" spc="-60">
                <a:solidFill>
                  <a:srgbClr val="DCD7E5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DCD7E5"/>
                </a:solidFill>
                <a:latin typeface="Tahoma"/>
                <a:cs typeface="Tahoma"/>
              </a:rPr>
              <a:t>IKs</a:t>
            </a:r>
            <a:r>
              <a:rPr dirty="0" sz="1250" spc="-60">
                <a:solidFill>
                  <a:srgbClr val="DCD7E5"/>
                </a:solidFill>
                <a:latin typeface="Tahoma"/>
                <a:cs typeface="Tahoma"/>
              </a:rPr>
              <a:t> </a:t>
            </a:r>
            <a:r>
              <a:rPr dirty="0" sz="1250" spc="75">
                <a:solidFill>
                  <a:srgbClr val="DCD7E5"/>
                </a:solidFill>
                <a:latin typeface="Tahoma"/>
                <a:cs typeface="Tahoma"/>
              </a:rPr>
              <a:t>aíc</a:t>
            </a:r>
            <a:r>
              <a:rPr dirty="0" sz="1250" spc="-65">
                <a:solidFill>
                  <a:srgbClr val="DCD7E5"/>
                </a:solidFill>
                <a:latin typeface="Tahoma"/>
                <a:cs typeface="Tahoma"/>
              </a:rPr>
              <a:t> </a:t>
            </a:r>
            <a:r>
              <a:rPr dirty="0" sz="1250" spc="70">
                <a:solidFill>
                  <a:srgbClr val="DCD7E5"/>
                </a:solidFill>
                <a:latin typeface="Tahoma"/>
                <a:cs typeface="Tahoma"/>
              </a:rPr>
              <a:t>ra""cd</a:t>
            </a:r>
            <a:r>
              <a:rPr dirty="0" sz="1250" spc="-60">
                <a:solidFill>
                  <a:srgbClr val="DCD7E5"/>
                </a:solidFill>
                <a:latin typeface="Tahoma"/>
                <a:cs typeface="Tahoma"/>
              </a:rPr>
              <a:t> </a:t>
            </a:r>
            <a:r>
              <a:rPr dirty="0" sz="1250" spc="-65">
                <a:solidFill>
                  <a:srgbClr val="DCD7E5"/>
                </a:solidFill>
                <a:latin typeface="Tahoma"/>
                <a:cs typeface="Tahoma"/>
              </a:rPr>
              <a:t>ouť</a:t>
            </a:r>
            <a:r>
              <a:rPr dirty="0" sz="1250" spc="-60">
                <a:solidFill>
                  <a:srgbClr val="DCD7E5"/>
                </a:solidFill>
                <a:latin typeface="Tahoma"/>
                <a:cs typeface="Tahoma"/>
              </a:rPr>
              <a:t> </a:t>
            </a:r>
            <a:r>
              <a:rPr dirty="0" sz="1250" spc="60">
                <a:solidFill>
                  <a:srgbClr val="DCD7E5"/>
                </a:solidFill>
                <a:latin typeface="Tahoma"/>
                <a:cs typeface="Tahoma"/>
              </a:rPr>
              <a:t>:ia</a:t>
            </a:r>
            <a:r>
              <a:rPr dirty="0" sz="1250" spc="-60">
                <a:solidFill>
                  <a:srgbClr val="DCD7E5"/>
                </a:solidFill>
                <a:latin typeface="Tahoma"/>
                <a:cs typeface="Tahoma"/>
              </a:rPr>
              <a:t> </a:t>
            </a:r>
            <a:r>
              <a:rPr dirty="0" sz="1250" spc="-45">
                <a:solidFill>
                  <a:srgbClr val="DCD7E5"/>
                </a:solidFill>
                <a:latin typeface="Tahoma"/>
                <a:cs typeface="Tahoma"/>
              </a:rPr>
              <a:t>ťhc</a:t>
            </a:r>
            <a:r>
              <a:rPr dirty="0" sz="1250" spc="-60">
                <a:solidFill>
                  <a:srgbClr val="DCD7E5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DCD7E5"/>
                </a:solidFill>
                <a:latin typeface="Tahoma"/>
                <a:cs typeface="Tahoma"/>
              </a:rPr>
              <a:t>píimaíQ</a:t>
            </a:r>
            <a:r>
              <a:rPr dirty="0" sz="1250" spc="-65">
                <a:solidFill>
                  <a:srgbClr val="DCD7E5"/>
                </a:solidFill>
                <a:latin typeface="Tahoma"/>
                <a:cs typeface="Tahoma"/>
              </a:rPr>
              <a:t> </a:t>
            </a:r>
            <a:r>
              <a:rPr dirty="0" sz="1250" spc="-10">
                <a:solidFill>
                  <a:srgbClr val="DCD7E5"/>
                </a:solidFill>
                <a:latin typeface="Tahoma"/>
                <a:cs typeface="Tahoma"/>
              </a:rPr>
              <a:t>co"ťai"cí, </a:t>
            </a:r>
            <a:r>
              <a:rPr dirty="0" sz="1250" spc="55">
                <a:solidFill>
                  <a:srgbClr val="DCD7E5"/>
                </a:solidFill>
                <a:latin typeface="Tahoma"/>
                <a:cs typeface="Tahoma"/>
              </a:rPr>
              <a:t>ícduci"g</a:t>
            </a:r>
            <a:r>
              <a:rPr dirty="0" sz="1250" spc="-45">
                <a:solidFill>
                  <a:srgbClr val="DCD7E5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DCD7E5"/>
                </a:solidFill>
                <a:latin typeface="Tahoma"/>
                <a:cs typeface="Tahoma"/>
              </a:rPr>
              <a:t>scíipť</a:t>
            </a:r>
            <a:r>
              <a:rPr dirty="0" sz="1250" spc="-40">
                <a:solidFill>
                  <a:srgbClr val="DCD7E5"/>
                </a:solidFill>
                <a:latin typeface="Tahoma"/>
                <a:cs typeface="Tahoma"/>
              </a:rPr>
              <a:t> </a:t>
            </a:r>
            <a:r>
              <a:rPr dirty="0" sz="1250" spc="-35">
                <a:solidFill>
                  <a:srgbClr val="DCD7E5"/>
                </a:solidFill>
                <a:latin typeface="Tahoma"/>
                <a:cs typeface="Tahoma"/>
              </a:rPr>
              <a:t>bloať</a:t>
            </a:r>
            <a:r>
              <a:rPr dirty="0" sz="1250" spc="-40">
                <a:solidFill>
                  <a:srgbClr val="DCD7E5"/>
                </a:solidFill>
                <a:latin typeface="Tahoma"/>
                <a:cs typeface="Tahoma"/>
              </a:rPr>
              <a:t> </a:t>
            </a:r>
            <a:r>
              <a:rPr dirty="0" sz="1250" spc="70">
                <a:solidFill>
                  <a:srgbClr val="DCD7E5"/>
                </a:solidFill>
                <a:latin typeface="Tahoma"/>
                <a:cs typeface="Tahoma"/>
              </a:rPr>
              <a:t>a"d</a:t>
            </a:r>
            <a:r>
              <a:rPr dirty="0" sz="1250" spc="-45">
                <a:solidFill>
                  <a:srgbClr val="DCD7E5"/>
                </a:solidFill>
                <a:latin typeface="Tahoma"/>
                <a:cs typeface="Tahoma"/>
              </a:rPr>
              <a:t> </a:t>
            </a:r>
            <a:r>
              <a:rPr dirty="0" sz="1250" spc="55">
                <a:solidFill>
                  <a:srgbClr val="DCD7E5"/>
                </a:solidFill>
                <a:latin typeface="Tahoma"/>
                <a:cs typeface="Tahoma"/>
              </a:rPr>
              <a:t>impío:i"g</a:t>
            </a:r>
            <a:r>
              <a:rPr dirty="0" sz="1250" spc="-40">
                <a:solidFill>
                  <a:srgbClr val="DCD7E5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DCD7E5"/>
                </a:solidFill>
                <a:latin typeface="Tahoma"/>
                <a:cs typeface="Tahoma"/>
              </a:rPr>
              <a:t>pagc</a:t>
            </a:r>
            <a:r>
              <a:rPr dirty="0" sz="1250" spc="-45">
                <a:solidFill>
                  <a:srgbClr val="DCD7E5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DCD7E5"/>
                </a:solidFill>
                <a:latin typeface="Tahoma"/>
                <a:cs typeface="Tahoma"/>
              </a:rPr>
              <a:t>load</a:t>
            </a:r>
            <a:r>
              <a:rPr dirty="0" sz="1250" spc="-40">
                <a:solidFill>
                  <a:srgbClr val="DCD7E5"/>
                </a:solidFill>
                <a:latin typeface="Tahoma"/>
                <a:cs typeface="Tahoma"/>
              </a:rPr>
              <a:t> </a:t>
            </a:r>
            <a:r>
              <a:rPr dirty="0" sz="1250" spc="45">
                <a:solidFill>
                  <a:srgbClr val="DCD7E5"/>
                </a:solidFill>
                <a:latin typeface="Tahoma"/>
                <a:cs typeface="Tahoma"/>
              </a:rPr>
              <a:t>pcíroíma"cc.</a:t>
            </a:r>
            <a:endParaRPr sz="1250">
              <a:latin typeface="Tahoma"/>
              <a:cs typeface="Tahoma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00700" y="895349"/>
            <a:ext cx="4695824" cy="4057649"/>
          </a:xfrm>
          <a:prstGeom prst="rect">
            <a:avLst/>
          </a:prstGeom>
        </p:spPr>
      </p:pic>
      <p:pic>
        <p:nvPicPr>
          <p:cNvPr id="5" name="object 5" descr="">
            <a:hlinkClick r:id="rId3"/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2587" y="1727803"/>
            <a:ext cx="2919095" cy="474345"/>
          </a:xfrm>
          <a:prstGeom prst="rect"/>
        </p:spPr>
        <p:txBody>
          <a:bodyPr wrap="square" lIns="0" tIns="4445" rIns="0" bIns="0" rtlCol="0" vert="horz">
            <a:spAutoFit/>
          </a:bodyPr>
          <a:lstStyle/>
          <a:p>
            <a:pPr marL="12700" marR="5080">
              <a:lnSpc>
                <a:spcPct val="103400"/>
              </a:lnSpc>
              <a:spcBef>
                <a:spcPts val="35"/>
              </a:spcBef>
            </a:pPr>
            <a:r>
              <a:rPr dirty="0" sz="1450" spc="-20"/>
              <a:t>Behavioral</a:t>
            </a:r>
            <a:r>
              <a:rPr dirty="0" sz="1450" spc="-70"/>
              <a:t> </a:t>
            </a:r>
            <a:r>
              <a:rPr dirty="0" sz="1450" spc="-55"/>
              <a:t>Tracking:</a:t>
            </a:r>
            <a:r>
              <a:rPr dirty="0" sz="1450" spc="-70"/>
              <a:t> </a:t>
            </a:r>
            <a:r>
              <a:rPr dirty="0" sz="1450" spc="-10"/>
              <a:t>Interaction Engineering</a:t>
            </a:r>
            <a:endParaRPr sz="1450"/>
          </a:p>
        </p:txBody>
      </p:sp>
      <p:sp>
        <p:nvSpPr>
          <p:cNvPr id="3" name="object 3" descr=""/>
          <p:cNvSpPr txBox="1"/>
          <p:nvPr/>
        </p:nvSpPr>
        <p:spPr>
          <a:xfrm>
            <a:off x="382587" y="2800146"/>
            <a:ext cx="3763010" cy="44450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 marR="5080">
              <a:lnSpc>
                <a:spcPct val="106600"/>
              </a:lnSpc>
              <a:spcBef>
                <a:spcPts val="135"/>
              </a:spcBef>
            </a:pPr>
            <a:r>
              <a:rPr dirty="0" sz="850">
                <a:solidFill>
                  <a:srgbClr val="F2F0F4"/>
                </a:solidFill>
                <a:latin typeface="Verdana"/>
                <a:cs typeface="Verdana"/>
              </a:rPr>
              <a:t>Standard</a:t>
            </a:r>
            <a:r>
              <a:rPr dirty="0" sz="850" spc="5">
                <a:solidFill>
                  <a:srgbClr val="F2F0F4"/>
                </a:solidFill>
                <a:latin typeface="Verdana"/>
                <a:cs typeface="Verdana"/>
              </a:rPr>
              <a:t> </a:t>
            </a:r>
            <a:r>
              <a:rPr dirty="0" sz="850">
                <a:solidFill>
                  <a:srgbClr val="F2F0F4"/>
                </a:solidFill>
                <a:latin typeface="Verdana"/>
                <a:cs typeface="Verdana"/>
              </a:rPr>
              <a:t>pageview</a:t>
            </a:r>
            <a:r>
              <a:rPr dirty="0" sz="850" spc="10">
                <a:solidFill>
                  <a:srgbClr val="F2F0F4"/>
                </a:solidFill>
                <a:latin typeface="Verdana"/>
                <a:cs typeface="Verdana"/>
              </a:rPr>
              <a:t> </a:t>
            </a:r>
            <a:r>
              <a:rPr dirty="0" sz="850">
                <a:solidFill>
                  <a:srgbClr val="F2F0F4"/>
                </a:solidFill>
                <a:latin typeface="Verdana"/>
                <a:cs typeface="Verdana"/>
              </a:rPr>
              <a:t>metrics</a:t>
            </a:r>
            <a:r>
              <a:rPr dirty="0" sz="850" spc="10">
                <a:solidFill>
                  <a:srgbClr val="F2F0F4"/>
                </a:solidFill>
                <a:latin typeface="Verdana"/>
                <a:cs typeface="Verdana"/>
              </a:rPr>
              <a:t> </a:t>
            </a:r>
            <a:r>
              <a:rPr dirty="0" sz="850" spc="-20">
                <a:solidFill>
                  <a:srgbClr val="F2F0F4"/>
                </a:solidFill>
                <a:latin typeface="Verdana"/>
                <a:cs typeface="Verdana"/>
              </a:rPr>
              <a:t>are</a:t>
            </a:r>
            <a:r>
              <a:rPr dirty="0" sz="850" spc="5">
                <a:solidFill>
                  <a:srgbClr val="F2F0F4"/>
                </a:solidFill>
                <a:latin typeface="Verdana"/>
                <a:cs typeface="Verdana"/>
              </a:rPr>
              <a:t> </a:t>
            </a:r>
            <a:r>
              <a:rPr dirty="0" sz="850">
                <a:solidFill>
                  <a:srgbClr val="F2F0F4"/>
                </a:solidFill>
                <a:latin typeface="Verdana"/>
                <a:cs typeface="Verdana"/>
              </a:rPr>
              <a:t>insufficient</a:t>
            </a:r>
            <a:r>
              <a:rPr dirty="0" sz="850" spc="10">
                <a:solidFill>
                  <a:srgbClr val="F2F0F4"/>
                </a:solidFill>
                <a:latin typeface="Verdana"/>
                <a:cs typeface="Verdana"/>
              </a:rPr>
              <a:t> </a:t>
            </a:r>
            <a:r>
              <a:rPr dirty="0" sz="850" spc="-10">
                <a:solidFill>
                  <a:srgbClr val="F2F0F4"/>
                </a:solidFill>
                <a:latin typeface="Verdana"/>
                <a:cs typeface="Verdana"/>
              </a:rPr>
              <a:t>for</a:t>
            </a:r>
            <a:r>
              <a:rPr dirty="0" sz="850" spc="10">
                <a:solidFill>
                  <a:srgbClr val="F2F0F4"/>
                </a:solidFill>
                <a:latin typeface="Verdana"/>
                <a:cs typeface="Verdana"/>
              </a:rPr>
              <a:t> </a:t>
            </a:r>
            <a:r>
              <a:rPr dirty="0" sz="850">
                <a:solidFill>
                  <a:srgbClr val="F2F0F4"/>
                </a:solidFill>
                <a:latin typeface="Verdana"/>
                <a:cs typeface="Verdana"/>
              </a:rPr>
              <a:t>modern</a:t>
            </a:r>
            <a:r>
              <a:rPr dirty="0" sz="850" spc="10">
                <a:solidFill>
                  <a:srgbClr val="F2F0F4"/>
                </a:solidFill>
                <a:latin typeface="Verdana"/>
                <a:cs typeface="Verdana"/>
              </a:rPr>
              <a:t> </a:t>
            </a:r>
            <a:r>
              <a:rPr dirty="0" sz="850" spc="-10">
                <a:solidFill>
                  <a:srgbClr val="F2F0F4"/>
                </a:solidFill>
                <a:latin typeface="Verdana"/>
                <a:cs typeface="Verdana"/>
              </a:rPr>
              <a:t>business </a:t>
            </a:r>
            <a:r>
              <a:rPr dirty="0" sz="850">
                <a:solidFill>
                  <a:srgbClr val="F2F0F4"/>
                </a:solidFill>
                <a:latin typeface="Verdana"/>
                <a:cs typeface="Verdana"/>
              </a:rPr>
              <a:t>intelligence.</a:t>
            </a:r>
            <a:r>
              <a:rPr dirty="0" sz="850" spc="20">
                <a:solidFill>
                  <a:srgbClr val="F2F0F4"/>
                </a:solidFill>
                <a:latin typeface="Verdana"/>
                <a:cs typeface="Verdana"/>
              </a:rPr>
              <a:t> </a:t>
            </a:r>
            <a:r>
              <a:rPr dirty="0" sz="850">
                <a:solidFill>
                  <a:srgbClr val="F2F0F4"/>
                </a:solidFill>
                <a:latin typeface="Verdana"/>
                <a:cs typeface="Verdana"/>
              </a:rPr>
              <a:t>We</a:t>
            </a:r>
            <a:r>
              <a:rPr dirty="0" sz="850" spc="20">
                <a:solidFill>
                  <a:srgbClr val="F2F0F4"/>
                </a:solidFill>
                <a:latin typeface="Verdana"/>
                <a:cs typeface="Verdana"/>
              </a:rPr>
              <a:t> </a:t>
            </a:r>
            <a:r>
              <a:rPr dirty="0" sz="850">
                <a:solidFill>
                  <a:srgbClr val="F2F0F4"/>
                </a:solidFill>
                <a:latin typeface="Verdana"/>
                <a:cs typeface="Verdana"/>
              </a:rPr>
              <a:t>engineered</a:t>
            </a:r>
            <a:r>
              <a:rPr dirty="0" sz="850" spc="15">
                <a:solidFill>
                  <a:srgbClr val="F2F0F4"/>
                </a:solidFill>
                <a:latin typeface="Verdana"/>
                <a:cs typeface="Verdana"/>
              </a:rPr>
              <a:t> </a:t>
            </a:r>
            <a:r>
              <a:rPr dirty="0" sz="850">
                <a:solidFill>
                  <a:srgbClr val="F2F0F4"/>
                </a:solidFill>
                <a:latin typeface="Verdana"/>
                <a:cs typeface="Verdana"/>
              </a:rPr>
              <a:t>high-intent</a:t>
            </a:r>
            <a:r>
              <a:rPr dirty="0" sz="850" spc="20">
                <a:solidFill>
                  <a:srgbClr val="F2F0F4"/>
                </a:solidFill>
                <a:latin typeface="Verdana"/>
                <a:cs typeface="Verdana"/>
              </a:rPr>
              <a:t> </a:t>
            </a:r>
            <a:r>
              <a:rPr dirty="0" sz="850">
                <a:solidFill>
                  <a:srgbClr val="F2F0F4"/>
                </a:solidFill>
                <a:latin typeface="Verdana"/>
                <a:cs typeface="Verdana"/>
              </a:rPr>
              <a:t>interaction</a:t>
            </a:r>
            <a:r>
              <a:rPr dirty="0" sz="850" spc="20">
                <a:solidFill>
                  <a:srgbClr val="F2F0F4"/>
                </a:solidFill>
                <a:latin typeface="Verdana"/>
                <a:cs typeface="Verdana"/>
              </a:rPr>
              <a:t> </a:t>
            </a:r>
            <a:r>
              <a:rPr dirty="0" sz="850">
                <a:solidFill>
                  <a:srgbClr val="F2F0F4"/>
                </a:solidFill>
                <a:latin typeface="Verdana"/>
                <a:cs typeface="Verdana"/>
              </a:rPr>
              <a:t>tracking</a:t>
            </a:r>
            <a:r>
              <a:rPr dirty="0" sz="850" spc="20">
                <a:solidFill>
                  <a:srgbClr val="F2F0F4"/>
                </a:solidFill>
                <a:latin typeface="Verdana"/>
                <a:cs typeface="Verdana"/>
              </a:rPr>
              <a:t> </a:t>
            </a:r>
            <a:r>
              <a:rPr dirty="0" sz="850">
                <a:solidFill>
                  <a:srgbClr val="F2F0F4"/>
                </a:solidFill>
                <a:latin typeface="Verdana"/>
                <a:cs typeface="Verdana"/>
              </a:rPr>
              <a:t>to</a:t>
            </a:r>
            <a:r>
              <a:rPr dirty="0" sz="850" spc="20">
                <a:solidFill>
                  <a:srgbClr val="F2F0F4"/>
                </a:solidFill>
                <a:latin typeface="Verdana"/>
                <a:cs typeface="Verdana"/>
              </a:rPr>
              <a:t> </a:t>
            </a:r>
            <a:r>
              <a:rPr dirty="0" sz="850" spc="-25">
                <a:solidFill>
                  <a:srgbClr val="F2F0F4"/>
                </a:solidFill>
                <a:latin typeface="Verdana"/>
                <a:cs typeface="Verdana"/>
              </a:rPr>
              <a:t>map </a:t>
            </a:r>
            <a:r>
              <a:rPr dirty="0" sz="850">
                <a:solidFill>
                  <a:srgbClr val="F2F0F4"/>
                </a:solidFill>
                <a:latin typeface="Verdana"/>
                <a:cs typeface="Verdana"/>
              </a:rPr>
              <a:t>user</a:t>
            </a:r>
            <a:r>
              <a:rPr dirty="0" sz="850" spc="-5">
                <a:solidFill>
                  <a:srgbClr val="F2F0F4"/>
                </a:solidFill>
                <a:latin typeface="Verdana"/>
                <a:cs typeface="Verdana"/>
              </a:rPr>
              <a:t> </a:t>
            </a:r>
            <a:r>
              <a:rPr dirty="0" sz="850" spc="-10">
                <a:solidFill>
                  <a:srgbClr val="F2F0F4"/>
                </a:solidFill>
                <a:latin typeface="Verdana"/>
                <a:cs typeface="Verdana"/>
              </a:rPr>
              <a:t>journeys</a:t>
            </a:r>
            <a:r>
              <a:rPr dirty="0" sz="850">
                <a:solidFill>
                  <a:srgbClr val="F2F0F4"/>
                </a:solidFill>
                <a:latin typeface="Verdana"/>
                <a:cs typeface="Verdana"/>
              </a:rPr>
              <a:t> and</a:t>
            </a:r>
            <a:r>
              <a:rPr dirty="0" sz="850" spc="-5">
                <a:solidFill>
                  <a:srgbClr val="F2F0F4"/>
                </a:solidFill>
                <a:latin typeface="Verdana"/>
                <a:cs typeface="Verdana"/>
              </a:rPr>
              <a:t> </a:t>
            </a:r>
            <a:r>
              <a:rPr dirty="0" sz="850">
                <a:solidFill>
                  <a:srgbClr val="F2F0F4"/>
                </a:solidFill>
                <a:latin typeface="Verdana"/>
                <a:cs typeface="Verdana"/>
              </a:rPr>
              <a:t>optimize conversion</a:t>
            </a:r>
            <a:r>
              <a:rPr dirty="0" sz="850" spc="-5">
                <a:solidFill>
                  <a:srgbClr val="F2F0F4"/>
                </a:solidFill>
                <a:latin typeface="Verdana"/>
                <a:cs typeface="Verdana"/>
              </a:rPr>
              <a:t> </a:t>
            </a:r>
            <a:r>
              <a:rPr dirty="0" sz="850" spc="-10">
                <a:solidFill>
                  <a:srgbClr val="F2F0F4"/>
                </a:solidFill>
                <a:latin typeface="Verdana"/>
                <a:cs typeface="Verdana"/>
              </a:rPr>
              <a:t>paths.</a:t>
            </a:r>
            <a:endParaRPr sz="850">
              <a:latin typeface="Verdana"/>
              <a:cs typeface="Verdan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382587" y="3391915"/>
            <a:ext cx="3731260" cy="1301115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12700" marR="161925">
              <a:lnSpc>
                <a:spcPct val="102899"/>
              </a:lnSpc>
              <a:spcBef>
                <a:spcPts val="85"/>
              </a:spcBef>
            </a:pPr>
            <a:r>
              <a:rPr dirty="0" sz="850" b="1">
                <a:solidFill>
                  <a:srgbClr val="F2F0F4"/>
                </a:solidFill>
                <a:latin typeface="Tahoma"/>
                <a:cs typeface="Tahoma"/>
              </a:rPr>
              <a:t>Event</a:t>
            </a:r>
            <a:r>
              <a:rPr dirty="0" sz="850" spc="110" b="1">
                <a:solidFill>
                  <a:srgbClr val="F2F0F4"/>
                </a:solidFill>
                <a:latin typeface="Tahoma"/>
                <a:cs typeface="Tahoma"/>
              </a:rPr>
              <a:t> </a:t>
            </a:r>
            <a:r>
              <a:rPr dirty="0" sz="850" b="1">
                <a:solidFill>
                  <a:srgbClr val="F2F0F4"/>
                </a:solidFill>
                <a:latin typeface="Tahoma"/>
                <a:cs typeface="Tahoma"/>
              </a:rPr>
              <a:t>Hierarchy:</a:t>
            </a:r>
            <a:r>
              <a:rPr dirty="0" sz="850" spc="85" b="1">
                <a:solidFill>
                  <a:srgbClr val="F2F0F4"/>
                </a:solidFill>
                <a:latin typeface="Tahoma"/>
                <a:cs typeface="Tahoma"/>
              </a:rPr>
              <a:t> </a:t>
            </a:r>
            <a:r>
              <a:rPr dirty="0" sz="850">
                <a:solidFill>
                  <a:srgbClr val="F2F0F4"/>
                </a:solidFill>
                <a:latin typeface="Verdana"/>
                <a:cs typeface="Verdana"/>
              </a:rPr>
              <a:t>Managed</a:t>
            </a:r>
            <a:r>
              <a:rPr dirty="0" sz="850" spc="35">
                <a:solidFill>
                  <a:srgbClr val="F2F0F4"/>
                </a:solidFill>
                <a:latin typeface="Verdana"/>
                <a:cs typeface="Verdana"/>
              </a:rPr>
              <a:t> </a:t>
            </a:r>
            <a:r>
              <a:rPr dirty="0" sz="850" spc="-25">
                <a:solidFill>
                  <a:srgbClr val="F2F0F4"/>
                </a:solidFill>
                <a:latin typeface="Verdana"/>
                <a:cs typeface="Verdana"/>
              </a:rPr>
              <a:t>via</a:t>
            </a:r>
            <a:r>
              <a:rPr dirty="0" sz="850" spc="35">
                <a:solidFill>
                  <a:srgbClr val="F2F0F4"/>
                </a:solidFill>
                <a:latin typeface="Verdana"/>
                <a:cs typeface="Verdana"/>
              </a:rPr>
              <a:t> </a:t>
            </a:r>
            <a:r>
              <a:rPr dirty="0" sz="850">
                <a:solidFill>
                  <a:srgbClr val="F2F0F4"/>
                </a:solidFill>
                <a:latin typeface="Verdana"/>
                <a:cs typeface="Verdana"/>
              </a:rPr>
              <a:t>Google</a:t>
            </a:r>
            <a:r>
              <a:rPr dirty="0" sz="850" spc="35">
                <a:solidFill>
                  <a:srgbClr val="F2F0F4"/>
                </a:solidFill>
                <a:latin typeface="Verdana"/>
                <a:cs typeface="Verdana"/>
              </a:rPr>
              <a:t> </a:t>
            </a:r>
            <a:r>
              <a:rPr dirty="0" sz="850" spc="-10">
                <a:solidFill>
                  <a:srgbClr val="F2F0F4"/>
                </a:solidFill>
                <a:latin typeface="Verdana"/>
                <a:cs typeface="Verdana"/>
              </a:rPr>
              <a:t>Tag</a:t>
            </a:r>
            <a:r>
              <a:rPr dirty="0" sz="850" spc="35">
                <a:solidFill>
                  <a:srgbClr val="F2F0F4"/>
                </a:solidFill>
                <a:latin typeface="Verdana"/>
                <a:cs typeface="Verdana"/>
              </a:rPr>
              <a:t> </a:t>
            </a:r>
            <a:r>
              <a:rPr dirty="0" sz="850">
                <a:solidFill>
                  <a:srgbClr val="F2F0F4"/>
                </a:solidFill>
                <a:latin typeface="Verdana"/>
                <a:cs typeface="Verdana"/>
              </a:rPr>
              <a:t>Manager</a:t>
            </a:r>
            <a:r>
              <a:rPr dirty="0" sz="850" spc="35">
                <a:solidFill>
                  <a:srgbClr val="F2F0F4"/>
                </a:solidFill>
                <a:latin typeface="Verdana"/>
                <a:cs typeface="Verdana"/>
              </a:rPr>
              <a:t> </a:t>
            </a:r>
            <a:r>
              <a:rPr dirty="0" sz="850" spc="-35">
                <a:solidFill>
                  <a:srgbClr val="F2F0F4"/>
                </a:solidFill>
                <a:latin typeface="Verdana"/>
                <a:cs typeface="Verdana"/>
              </a:rPr>
              <a:t>(GTM)</a:t>
            </a:r>
            <a:r>
              <a:rPr dirty="0" sz="850" spc="35">
                <a:solidFill>
                  <a:srgbClr val="F2F0F4"/>
                </a:solidFill>
                <a:latin typeface="Verdana"/>
                <a:cs typeface="Verdana"/>
              </a:rPr>
              <a:t> </a:t>
            </a:r>
            <a:r>
              <a:rPr dirty="0" sz="850" spc="-10">
                <a:solidFill>
                  <a:srgbClr val="F2F0F4"/>
                </a:solidFill>
                <a:latin typeface="Verdana"/>
                <a:cs typeface="Verdana"/>
              </a:rPr>
              <a:t>using </a:t>
            </a:r>
            <a:r>
              <a:rPr dirty="0" sz="850">
                <a:solidFill>
                  <a:srgbClr val="F2F0F4"/>
                </a:solidFill>
                <a:latin typeface="Verdana"/>
                <a:cs typeface="Verdana"/>
              </a:rPr>
              <a:t>custom-engineered</a:t>
            </a:r>
            <a:r>
              <a:rPr dirty="0" sz="850" spc="20">
                <a:solidFill>
                  <a:srgbClr val="F2F0F4"/>
                </a:solidFill>
                <a:latin typeface="Verdana"/>
                <a:cs typeface="Verdana"/>
              </a:rPr>
              <a:t> </a:t>
            </a:r>
            <a:r>
              <a:rPr dirty="0" sz="850">
                <a:solidFill>
                  <a:srgbClr val="F2F0F4"/>
                </a:solidFill>
                <a:latin typeface="Verdana"/>
                <a:cs typeface="Verdana"/>
              </a:rPr>
              <a:t>triggers</a:t>
            </a:r>
            <a:r>
              <a:rPr dirty="0" sz="850" spc="20">
                <a:solidFill>
                  <a:srgbClr val="F2F0F4"/>
                </a:solidFill>
                <a:latin typeface="Verdana"/>
                <a:cs typeface="Verdana"/>
              </a:rPr>
              <a:t> </a:t>
            </a:r>
            <a:r>
              <a:rPr dirty="0" sz="850" spc="-10">
                <a:solidFill>
                  <a:srgbClr val="F2F0F4"/>
                </a:solidFill>
                <a:latin typeface="Verdana"/>
                <a:cs typeface="Verdana"/>
              </a:rPr>
              <a:t>for</a:t>
            </a:r>
            <a:r>
              <a:rPr dirty="0" sz="850" spc="20">
                <a:solidFill>
                  <a:srgbClr val="F2F0F4"/>
                </a:solidFill>
                <a:latin typeface="Verdana"/>
                <a:cs typeface="Verdana"/>
              </a:rPr>
              <a:t> </a:t>
            </a:r>
            <a:r>
              <a:rPr dirty="0" sz="850">
                <a:solidFill>
                  <a:srgbClr val="F2F0F4"/>
                </a:solidFill>
                <a:latin typeface="Verdana"/>
                <a:cs typeface="Verdana"/>
              </a:rPr>
              <a:t>clicks</a:t>
            </a:r>
            <a:r>
              <a:rPr dirty="0" sz="850" spc="20">
                <a:solidFill>
                  <a:srgbClr val="F2F0F4"/>
                </a:solidFill>
                <a:latin typeface="Verdana"/>
                <a:cs typeface="Verdana"/>
              </a:rPr>
              <a:t> </a:t>
            </a:r>
            <a:r>
              <a:rPr dirty="0" sz="850">
                <a:solidFill>
                  <a:srgbClr val="F2F0F4"/>
                </a:solidFill>
                <a:latin typeface="Verdana"/>
                <a:cs typeface="Verdana"/>
              </a:rPr>
              <a:t>and</a:t>
            </a:r>
            <a:r>
              <a:rPr dirty="0" sz="850" spc="25">
                <a:solidFill>
                  <a:srgbClr val="F2F0F4"/>
                </a:solidFill>
                <a:latin typeface="Verdana"/>
                <a:cs typeface="Verdana"/>
              </a:rPr>
              <a:t> </a:t>
            </a:r>
            <a:r>
              <a:rPr dirty="0" sz="850">
                <a:solidFill>
                  <a:srgbClr val="F2F0F4"/>
                </a:solidFill>
                <a:latin typeface="Verdana"/>
                <a:cs typeface="Verdana"/>
              </a:rPr>
              <a:t>form</a:t>
            </a:r>
            <a:r>
              <a:rPr dirty="0" sz="850" spc="20">
                <a:solidFill>
                  <a:srgbClr val="F2F0F4"/>
                </a:solidFill>
                <a:latin typeface="Verdana"/>
                <a:cs typeface="Verdana"/>
              </a:rPr>
              <a:t> </a:t>
            </a:r>
            <a:r>
              <a:rPr dirty="0" sz="850" spc="-10">
                <a:solidFill>
                  <a:srgbClr val="F2F0F4"/>
                </a:solidFill>
                <a:latin typeface="Verdana"/>
                <a:cs typeface="Verdana"/>
              </a:rPr>
              <a:t>starts.</a:t>
            </a:r>
            <a:endParaRPr sz="8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04"/>
              </a:spcBef>
            </a:pPr>
            <a:endParaRPr sz="850">
              <a:latin typeface="Verdana"/>
              <a:cs typeface="Verdana"/>
            </a:endParaRPr>
          </a:p>
          <a:p>
            <a:pPr marL="12700" marR="5080">
              <a:lnSpc>
                <a:spcPct val="106600"/>
              </a:lnSpc>
            </a:pPr>
            <a:r>
              <a:rPr dirty="0" sz="850" spc="10" b="1">
                <a:solidFill>
                  <a:srgbClr val="F2F0F4"/>
                </a:solidFill>
                <a:latin typeface="Tahoma"/>
                <a:cs typeface="Tahoma"/>
              </a:rPr>
              <a:t>The</a:t>
            </a:r>
            <a:r>
              <a:rPr dirty="0" sz="850" spc="55" b="1">
                <a:solidFill>
                  <a:srgbClr val="F2F0F4"/>
                </a:solidFill>
                <a:latin typeface="Tahoma"/>
                <a:cs typeface="Tahoma"/>
              </a:rPr>
              <a:t> </a:t>
            </a:r>
            <a:r>
              <a:rPr dirty="0" sz="850" spc="10" b="1">
                <a:solidFill>
                  <a:srgbClr val="F2F0F4"/>
                </a:solidFill>
                <a:latin typeface="Tahoma"/>
                <a:cs typeface="Tahoma"/>
              </a:rPr>
              <a:t>Conversion</a:t>
            </a:r>
            <a:r>
              <a:rPr dirty="0" sz="850" spc="60" b="1">
                <a:solidFill>
                  <a:srgbClr val="F2F0F4"/>
                </a:solidFill>
                <a:latin typeface="Tahoma"/>
                <a:cs typeface="Tahoma"/>
              </a:rPr>
              <a:t> </a:t>
            </a:r>
            <a:r>
              <a:rPr dirty="0" sz="850" spc="10" b="1">
                <a:solidFill>
                  <a:srgbClr val="F2F0F4"/>
                </a:solidFill>
                <a:latin typeface="Tahoma"/>
                <a:cs typeface="Tahoma"/>
              </a:rPr>
              <a:t>Event:</a:t>
            </a:r>
            <a:r>
              <a:rPr dirty="0" sz="850" spc="30" b="1">
                <a:solidFill>
                  <a:srgbClr val="F2F0F4"/>
                </a:solidFill>
                <a:latin typeface="Tahoma"/>
                <a:cs typeface="Tahoma"/>
              </a:rPr>
              <a:t> </a:t>
            </a:r>
            <a:r>
              <a:rPr dirty="0" sz="850" spc="10">
                <a:solidFill>
                  <a:srgbClr val="F2F0F4"/>
                </a:solidFill>
                <a:latin typeface="Verdana"/>
                <a:cs typeface="Verdana"/>
              </a:rPr>
              <a:t>Implemented</a:t>
            </a:r>
            <a:r>
              <a:rPr dirty="0" sz="850" spc="-15">
                <a:solidFill>
                  <a:srgbClr val="F2F0F4"/>
                </a:solidFill>
                <a:latin typeface="Verdana"/>
                <a:cs typeface="Verdana"/>
              </a:rPr>
              <a:t> </a:t>
            </a:r>
            <a:r>
              <a:rPr dirty="0" sz="850" spc="10">
                <a:solidFill>
                  <a:srgbClr val="F2F0F4"/>
                </a:solidFill>
                <a:latin typeface="Verdana"/>
                <a:cs typeface="Verdana"/>
              </a:rPr>
              <a:t>form_submit</a:t>
            </a:r>
            <a:r>
              <a:rPr dirty="0" sz="850" spc="-20">
                <a:solidFill>
                  <a:srgbClr val="F2F0F4"/>
                </a:solidFill>
                <a:latin typeface="Verdana"/>
                <a:cs typeface="Verdana"/>
              </a:rPr>
              <a:t> </a:t>
            </a:r>
            <a:r>
              <a:rPr dirty="0" sz="850" spc="10">
                <a:solidFill>
                  <a:srgbClr val="F2F0F4"/>
                </a:solidFill>
                <a:latin typeface="Verdana"/>
                <a:cs typeface="Verdana"/>
              </a:rPr>
              <a:t>logic</a:t>
            </a:r>
            <a:r>
              <a:rPr dirty="0" sz="850" spc="-15">
                <a:solidFill>
                  <a:srgbClr val="F2F0F4"/>
                </a:solidFill>
                <a:latin typeface="Verdana"/>
                <a:cs typeface="Verdana"/>
              </a:rPr>
              <a:t> </a:t>
            </a:r>
            <a:r>
              <a:rPr dirty="0" sz="850" spc="10">
                <a:solidFill>
                  <a:srgbClr val="F2F0F4"/>
                </a:solidFill>
                <a:latin typeface="Verdana"/>
                <a:cs typeface="Verdana"/>
              </a:rPr>
              <a:t>to</a:t>
            </a:r>
            <a:r>
              <a:rPr dirty="0" sz="850" spc="-15">
                <a:solidFill>
                  <a:srgbClr val="F2F0F4"/>
                </a:solidFill>
                <a:latin typeface="Verdana"/>
                <a:cs typeface="Verdana"/>
              </a:rPr>
              <a:t> </a:t>
            </a:r>
            <a:r>
              <a:rPr dirty="0" sz="850" spc="-10">
                <a:solidFill>
                  <a:srgbClr val="F2F0F4"/>
                </a:solidFill>
                <a:latin typeface="Verdana"/>
                <a:cs typeface="Verdana"/>
              </a:rPr>
              <a:t>capture </a:t>
            </a:r>
            <a:r>
              <a:rPr dirty="0" sz="850">
                <a:solidFill>
                  <a:srgbClr val="F2F0F4"/>
                </a:solidFill>
                <a:latin typeface="Verdana"/>
                <a:cs typeface="Verdana"/>
              </a:rPr>
              <a:t>intent</a:t>
            </a:r>
            <a:r>
              <a:rPr dirty="0" sz="850" spc="-15">
                <a:solidFill>
                  <a:srgbClr val="F2F0F4"/>
                </a:solidFill>
                <a:latin typeface="Verdana"/>
                <a:cs typeface="Verdana"/>
              </a:rPr>
              <a:t> </a:t>
            </a:r>
            <a:r>
              <a:rPr dirty="0" sz="850">
                <a:solidFill>
                  <a:srgbClr val="F2F0F4"/>
                </a:solidFill>
                <a:latin typeface="Verdana"/>
                <a:cs typeface="Verdana"/>
              </a:rPr>
              <a:t>signals</a:t>
            </a:r>
            <a:r>
              <a:rPr dirty="0" sz="850" spc="-15">
                <a:solidFill>
                  <a:srgbClr val="F2F0F4"/>
                </a:solidFill>
                <a:latin typeface="Verdana"/>
                <a:cs typeface="Verdana"/>
              </a:rPr>
              <a:t> </a:t>
            </a:r>
            <a:r>
              <a:rPr dirty="0" sz="850">
                <a:solidFill>
                  <a:srgbClr val="F2F0F4"/>
                </a:solidFill>
                <a:latin typeface="Verdana"/>
                <a:cs typeface="Verdana"/>
              </a:rPr>
              <a:t>even</a:t>
            </a:r>
            <a:r>
              <a:rPr dirty="0" sz="850" spc="-15">
                <a:solidFill>
                  <a:srgbClr val="F2F0F4"/>
                </a:solidFill>
                <a:latin typeface="Verdana"/>
                <a:cs typeface="Verdana"/>
              </a:rPr>
              <a:t> </a:t>
            </a:r>
            <a:r>
              <a:rPr dirty="0" sz="850">
                <a:solidFill>
                  <a:srgbClr val="F2F0F4"/>
                </a:solidFill>
                <a:latin typeface="Verdana"/>
                <a:cs typeface="Verdana"/>
              </a:rPr>
              <a:t>on</a:t>
            </a:r>
            <a:r>
              <a:rPr dirty="0" sz="850" spc="-15">
                <a:solidFill>
                  <a:srgbClr val="F2F0F4"/>
                </a:solidFill>
                <a:latin typeface="Verdana"/>
                <a:cs typeface="Verdana"/>
              </a:rPr>
              <a:t> </a:t>
            </a:r>
            <a:r>
              <a:rPr dirty="0" sz="850" spc="-10">
                <a:solidFill>
                  <a:srgbClr val="F2F0F4"/>
                </a:solidFill>
                <a:latin typeface="Verdana"/>
                <a:cs typeface="Verdana"/>
              </a:rPr>
              <a:t>AJAX-</a:t>
            </a:r>
            <a:r>
              <a:rPr dirty="0" sz="850">
                <a:solidFill>
                  <a:srgbClr val="F2F0F4"/>
                </a:solidFill>
                <a:latin typeface="Verdana"/>
                <a:cs typeface="Verdana"/>
              </a:rPr>
              <a:t>based</a:t>
            </a:r>
            <a:r>
              <a:rPr dirty="0" sz="850" spc="-10">
                <a:solidFill>
                  <a:srgbClr val="F2F0F4"/>
                </a:solidFill>
                <a:latin typeface="Verdana"/>
                <a:cs typeface="Verdana"/>
              </a:rPr>
              <a:t> </a:t>
            </a:r>
            <a:r>
              <a:rPr dirty="0" sz="850">
                <a:solidFill>
                  <a:srgbClr val="F2F0F4"/>
                </a:solidFill>
                <a:latin typeface="Verdana"/>
                <a:cs typeface="Verdana"/>
              </a:rPr>
              <a:t>forms</a:t>
            </a:r>
            <a:r>
              <a:rPr dirty="0" sz="850" spc="-15">
                <a:solidFill>
                  <a:srgbClr val="F2F0F4"/>
                </a:solidFill>
                <a:latin typeface="Verdana"/>
                <a:cs typeface="Verdana"/>
              </a:rPr>
              <a:t> </a:t>
            </a:r>
            <a:r>
              <a:rPr dirty="0" sz="850">
                <a:solidFill>
                  <a:srgbClr val="F2F0F4"/>
                </a:solidFill>
                <a:latin typeface="Verdana"/>
                <a:cs typeface="Verdana"/>
              </a:rPr>
              <a:t>where</a:t>
            </a:r>
            <a:r>
              <a:rPr dirty="0" sz="850" spc="-15">
                <a:solidFill>
                  <a:srgbClr val="F2F0F4"/>
                </a:solidFill>
                <a:latin typeface="Verdana"/>
                <a:cs typeface="Verdana"/>
              </a:rPr>
              <a:t> </a:t>
            </a:r>
            <a:r>
              <a:rPr dirty="0" sz="850">
                <a:solidFill>
                  <a:srgbClr val="F2F0F4"/>
                </a:solidFill>
                <a:latin typeface="Verdana"/>
                <a:cs typeface="Verdana"/>
              </a:rPr>
              <a:t>traditional</a:t>
            </a:r>
            <a:r>
              <a:rPr dirty="0" sz="850" spc="-15">
                <a:solidFill>
                  <a:srgbClr val="F2F0F4"/>
                </a:solidFill>
                <a:latin typeface="Verdana"/>
                <a:cs typeface="Verdana"/>
              </a:rPr>
              <a:t> </a:t>
            </a:r>
            <a:r>
              <a:rPr dirty="0" sz="850" spc="-10">
                <a:solidFill>
                  <a:srgbClr val="F2F0F4"/>
                </a:solidFill>
                <a:latin typeface="Verdana"/>
                <a:cs typeface="Verdana"/>
              </a:rPr>
              <a:t>"Thank You"</a:t>
            </a:r>
            <a:r>
              <a:rPr dirty="0" sz="850" spc="-35">
                <a:solidFill>
                  <a:srgbClr val="F2F0F4"/>
                </a:solidFill>
                <a:latin typeface="Verdana"/>
                <a:cs typeface="Verdana"/>
              </a:rPr>
              <a:t> </a:t>
            </a:r>
            <a:r>
              <a:rPr dirty="0" sz="850">
                <a:solidFill>
                  <a:srgbClr val="F2F0F4"/>
                </a:solidFill>
                <a:latin typeface="Verdana"/>
                <a:cs typeface="Verdana"/>
              </a:rPr>
              <a:t>pages</a:t>
            </a:r>
            <a:r>
              <a:rPr dirty="0" sz="850" spc="-35">
                <a:solidFill>
                  <a:srgbClr val="F2F0F4"/>
                </a:solidFill>
                <a:latin typeface="Verdana"/>
                <a:cs typeface="Verdana"/>
              </a:rPr>
              <a:t> </a:t>
            </a:r>
            <a:r>
              <a:rPr dirty="0" sz="850" spc="-20">
                <a:solidFill>
                  <a:srgbClr val="F2F0F4"/>
                </a:solidFill>
                <a:latin typeface="Verdana"/>
                <a:cs typeface="Verdana"/>
              </a:rPr>
              <a:t>are</a:t>
            </a:r>
            <a:r>
              <a:rPr dirty="0" sz="850" spc="-35">
                <a:solidFill>
                  <a:srgbClr val="F2F0F4"/>
                </a:solidFill>
                <a:latin typeface="Verdana"/>
                <a:cs typeface="Verdana"/>
              </a:rPr>
              <a:t> </a:t>
            </a:r>
            <a:r>
              <a:rPr dirty="0" sz="850" spc="-10">
                <a:solidFill>
                  <a:srgbClr val="F2F0F4"/>
                </a:solidFill>
                <a:latin typeface="Verdana"/>
                <a:cs typeface="Verdana"/>
              </a:rPr>
              <a:t>absent.</a:t>
            </a:r>
            <a:endParaRPr sz="8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315"/>
              </a:spcBef>
            </a:pPr>
            <a:endParaRPr sz="850">
              <a:latin typeface="Verdana"/>
              <a:cs typeface="Verdana"/>
            </a:endParaRPr>
          </a:p>
          <a:p>
            <a:pPr marL="12700" marR="205740">
              <a:lnSpc>
                <a:spcPct val="102899"/>
              </a:lnSpc>
              <a:spcBef>
                <a:spcPts val="5"/>
              </a:spcBef>
            </a:pPr>
            <a:r>
              <a:rPr dirty="0" sz="850" b="1">
                <a:solidFill>
                  <a:srgbClr val="F2F0F4"/>
                </a:solidFill>
                <a:latin typeface="Tahoma"/>
                <a:cs typeface="Tahoma"/>
              </a:rPr>
              <a:t>Lead</a:t>
            </a:r>
            <a:r>
              <a:rPr dirty="0" sz="850" spc="75" b="1">
                <a:solidFill>
                  <a:srgbClr val="F2F0F4"/>
                </a:solidFill>
                <a:latin typeface="Tahoma"/>
                <a:cs typeface="Tahoma"/>
              </a:rPr>
              <a:t> </a:t>
            </a:r>
            <a:r>
              <a:rPr dirty="0" sz="850" b="1">
                <a:solidFill>
                  <a:srgbClr val="F2F0F4"/>
                </a:solidFill>
                <a:latin typeface="Tahoma"/>
                <a:cs typeface="Tahoma"/>
              </a:rPr>
              <a:t>Enrichment:</a:t>
            </a:r>
            <a:r>
              <a:rPr dirty="0" sz="850" spc="50" b="1">
                <a:solidFill>
                  <a:srgbClr val="F2F0F4"/>
                </a:solidFill>
                <a:latin typeface="Tahoma"/>
                <a:cs typeface="Tahoma"/>
              </a:rPr>
              <a:t> </a:t>
            </a:r>
            <a:r>
              <a:rPr dirty="0" sz="850" spc="-10">
                <a:solidFill>
                  <a:srgbClr val="F2F0F4"/>
                </a:solidFill>
                <a:latin typeface="Verdana"/>
                <a:cs typeface="Verdana"/>
              </a:rPr>
              <a:t>These</a:t>
            </a:r>
            <a:r>
              <a:rPr dirty="0" sz="850">
                <a:solidFill>
                  <a:srgbClr val="F2F0F4"/>
                </a:solidFill>
                <a:latin typeface="Verdana"/>
                <a:cs typeface="Verdana"/>
              </a:rPr>
              <a:t> API </a:t>
            </a:r>
            <a:r>
              <a:rPr dirty="0" sz="850" spc="-10">
                <a:solidFill>
                  <a:srgbClr val="F2F0F4"/>
                </a:solidFill>
                <a:latin typeface="Verdana"/>
                <a:cs typeface="Verdana"/>
              </a:rPr>
              <a:t>calls</a:t>
            </a:r>
            <a:r>
              <a:rPr dirty="0" sz="850">
                <a:solidFill>
                  <a:srgbClr val="F2F0F4"/>
                </a:solidFill>
                <a:latin typeface="Verdana"/>
                <a:cs typeface="Verdana"/>
              </a:rPr>
              <a:t> link directly to</a:t>
            </a:r>
            <a:r>
              <a:rPr dirty="0" sz="850" spc="-5">
                <a:solidFill>
                  <a:srgbClr val="F2F0F4"/>
                </a:solidFill>
                <a:latin typeface="Verdana"/>
                <a:cs typeface="Verdana"/>
              </a:rPr>
              <a:t> </a:t>
            </a:r>
            <a:r>
              <a:rPr dirty="0" sz="850" spc="-20">
                <a:solidFill>
                  <a:srgbClr val="F2F0F4"/>
                </a:solidFill>
                <a:latin typeface="Verdana"/>
                <a:cs typeface="Verdana"/>
              </a:rPr>
              <a:t>"User</a:t>
            </a:r>
            <a:r>
              <a:rPr dirty="0" sz="850">
                <a:solidFill>
                  <a:srgbClr val="F2F0F4"/>
                </a:solidFill>
                <a:latin typeface="Verdana"/>
                <a:cs typeface="Verdana"/>
              </a:rPr>
              <a:t> </a:t>
            </a:r>
            <a:r>
              <a:rPr dirty="0" sz="850" spc="-10">
                <a:solidFill>
                  <a:srgbClr val="F2F0F4"/>
                </a:solidFill>
                <a:latin typeface="Verdana"/>
                <a:cs typeface="Verdana"/>
              </a:rPr>
              <a:t>Provided Data" </a:t>
            </a:r>
            <a:r>
              <a:rPr dirty="0" sz="850" spc="-30">
                <a:solidFill>
                  <a:srgbClr val="F2F0F4"/>
                </a:solidFill>
                <a:latin typeface="Verdana"/>
                <a:cs typeface="Verdana"/>
              </a:rPr>
              <a:t>hits,</a:t>
            </a:r>
            <a:r>
              <a:rPr dirty="0" sz="850" spc="-10">
                <a:solidFill>
                  <a:srgbClr val="F2F0F4"/>
                </a:solidFill>
                <a:latin typeface="Verdana"/>
                <a:cs typeface="Verdana"/>
              </a:rPr>
              <a:t> </a:t>
            </a:r>
            <a:r>
              <a:rPr dirty="0" sz="850">
                <a:solidFill>
                  <a:srgbClr val="F2F0F4"/>
                </a:solidFill>
                <a:latin typeface="Verdana"/>
                <a:cs typeface="Verdana"/>
              </a:rPr>
              <a:t>ensuring</a:t>
            </a:r>
            <a:r>
              <a:rPr dirty="0" sz="850" spc="-10">
                <a:solidFill>
                  <a:srgbClr val="F2F0F4"/>
                </a:solidFill>
                <a:latin typeface="Verdana"/>
                <a:cs typeface="Verdana"/>
              </a:rPr>
              <a:t> </a:t>
            </a:r>
            <a:r>
              <a:rPr dirty="0" sz="850">
                <a:solidFill>
                  <a:srgbClr val="F2F0F4"/>
                </a:solidFill>
                <a:latin typeface="Verdana"/>
                <a:cs typeface="Verdana"/>
              </a:rPr>
              <a:t>high-</a:t>
            </a:r>
            <a:r>
              <a:rPr dirty="0" sz="850" spc="-10">
                <a:solidFill>
                  <a:srgbClr val="F2F0F4"/>
                </a:solidFill>
                <a:latin typeface="Verdana"/>
                <a:cs typeface="Verdana"/>
              </a:rPr>
              <a:t>fidelity</a:t>
            </a:r>
            <a:r>
              <a:rPr dirty="0" sz="850" spc="-5">
                <a:solidFill>
                  <a:srgbClr val="F2F0F4"/>
                </a:solidFill>
                <a:latin typeface="Verdana"/>
                <a:cs typeface="Verdana"/>
              </a:rPr>
              <a:t> </a:t>
            </a:r>
            <a:r>
              <a:rPr dirty="0" sz="850">
                <a:solidFill>
                  <a:srgbClr val="F2F0F4"/>
                </a:solidFill>
                <a:latin typeface="Verdana"/>
                <a:cs typeface="Verdana"/>
              </a:rPr>
              <a:t>lead</a:t>
            </a:r>
            <a:r>
              <a:rPr dirty="0" sz="850" spc="-10">
                <a:solidFill>
                  <a:srgbClr val="F2F0F4"/>
                </a:solidFill>
                <a:latin typeface="Verdana"/>
                <a:cs typeface="Verdana"/>
              </a:rPr>
              <a:t> attribution.</a:t>
            </a:r>
            <a:endParaRPr sz="850">
              <a:latin typeface="Verdana"/>
              <a:cs typeface="Verdana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53175" y="352424"/>
            <a:ext cx="2743199" cy="2686049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4394847" y="3045425"/>
            <a:ext cx="936625" cy="1162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-20" i="1">
                <a:solidFill>
                  <a:srgbClr val="DCD7E5"/>
                </a:solidFill>
                <a:latin typeface="Trebuchet MS"/>
                <a:cs typeface="Trebuchet MS"/>
              </a:rPr>
              <a:t>Imagc:</a:t>
            </a:r>
            <a:r>
              <a:rPr dirty="0" sz="600" spc="20" i="1">
                <a:solidFill>
                  <a:srgbClr val="DCD7E5"/>
                </a:solidFill>
                <a:latin typeface="Trebuchet MS"/>
                <a:cs typeface="Trebuchet MS"/>
              </a:rPr>
              <a:t> </a:t>
            </a:r>
            <a:r>
              <a:rPr dirty="0" sz="600" i="1">
                <a:solidFill>
                  <a:srgbClr val="DCD7E5"/>
                </a:solidFill>
                <a:latin typeface="Trebuchet MS"/>
                <a:cs typeface="Trebuchet MS"/>
              </a:rPr>
              <a:t>GĽM</a:t>
            </a:r>
            <a:r>
              <a:rPr dirty="0" sz="600" spc="15" i="1">
                <a:solidFill>
                  <a:srgbClr val="DCD7E5"/>
                </a:solidFill>
                <a:latin typeface="Trebuchet MS"/>
                <a:cs typeface="Trebuchet MS"/>
              </a:rPr>
              <a:t> </a:t>
            </a:r>
            <a:r>
              <a:rPr dirty="0" sz="600" i="1">
                <a:solidFill>
                  <a:srgbClr val="DCD7E5"/>
                </a:solidFill>
                <a:latin typeface="Trebuchet MS"/>
                <a:cs typeface="Trebuchet MS"/>
              </a:rPr>
              <a:t>c:c"ť</a:t>
            </a:r>
            <a:r>
              <a:rPr dirty="0" sz="600" spc="20" i="1">
                <a:solidFill>
                  <a:srgbClr val="DCD7E5"/>
                </a:solidFill>
                <a:latin typeface="Trebuchet MS"/>
                <a:cs typeface="Trebuchet MS"/>
              </a:rPr>
              <a:t> </a:t>
            </a:r>
            <a:r>
              <a:rPr dirty="0" sz="600" spc="-10" i="1">
                <a:solidFill>
                  <a:srgbClr val="DCD7E5"/>
                </a:solidFill>
                <a:latin typeface="Trebuchet MS"/>
                <a:cs typeface="Trebuchet MS"/>
              </a:rPr>
              <a:t>summaíQ</a:t>
            </a:r>
            <a:endParaRPr sz="600">
              <a:latin typeface="Trebuchet MS"/>
              <a:cs typeface="Trebuchet MS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00800" y="3190875"/>
            <a:ext cx="2647949" cy="2781300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4394847" y="5979126"/>
            <a:ext cx="1189355" cy="1162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-20" i="1">
                <a:solidFill>
                  <a:srgbClr val="DCD7E5"/>
                </a:solidFill>
                <a:latin typeface="Trebuchet MS"/>
                <a:cs typeface="Trebuchet MS"/>
              </a:rPr>
              <a:t>Imagc:</a:t>
            </a:r>
            <a:r>
              <a:rPr dirty="0" sz="600" spc="15" i="1">
                <a:solidFill>
                  <a:srgbClr val="DCD7E5"/>
                </a:solidFill>
                <a:latin typeface="Trebuchet MS"/>
                <a:cs typeface="Trebuchet MS"/>
              </a:rPr>
              <a:t> </a:t>
            </a:r>
            <a:r>
              <a:rPr dirty="0" sz="600" i="1">
                <a:solidFill>
                  <a:srgbClr val="DCD7E5"/>
                </a:solidFill>
                <a:latin typeface="Trebuchet MS"/>
                <a:cs typeface="Trebuchet MS"/>
              </a:rPr>
              <a:t>Foím</a:t>
            </a:r>
            <a:r>
              <a:rPr dirty="0" sz="600" spc="15" i="1">
                <a:solidFill>
                  <a:srgbClr val="DCD7E5"/>
                </a:solidFill>
                <a:latin typeface="Trebuchet MS"/>
                <a:cs typeface="Trebuchet MS"/>
              </a:rPr>
              <a:t> </a:t>
            </a:r>
            <a:r>
              <a:rPr dirty="0" sz="600" i="1">
                <a:solidFill>
                  <a:srgbClr val="DCD7E5"/>
                </a:solidFill>
                <a:latin typeface="Trebuchet MS"/>
                <a:cs typeface="Trebuchet MS"/>
              </a:rPr>
              <a:t>submissio"</a:t>
            </a:r>
            <a:r>
              <a:rPr dirty="0" sz="600" spc="10" i="1">
                <a:solidFill>
                  <a:srgbClr val="DCD7E5"/>
                </a:solidFill>
                <a:latin typeface="Trebuchet MS"/>
                <a:cs typeface="Trebuchet MS"/>
              </a:rPr>
              <a:t> </a:t>
            </a:r>
            <a:r>
              <a:rPr dirty="0" sz="600" i="1">
                <a:solidFill>
                  <a:srgbClr val="DCD7E5"/>
                </a:solidFill>
                <a:latin typeface="Trebuchet MS"/>
                <a:cs typeface="Trebuchet MS"/>
              </a:rPr>
              <a:t>c:c"ť</a:t>
            </a:r>
            <a:r>
              <a:rPr dirty="0" sz="600" spc="10" i="1">
                <a:solidFill>
                  <a:srgbClr val="DCD7E5"/>
                </a:solidFill>
                <a:latin typeface="Trebuchet MS"/>
                <a:cs typeface="Trebuchet MS"/>
              </a:rPr>
              <a:t> </a:t>
            </a:r>
            <a:r>
              <a:rPr dirty="0" sz="600" spc="-20" i="1">
                <a:solidFill>
                  <a:srgbClr val="DCD7E5"/>
                </a:solidFill>
                <a:latin typeface="Trebuchet MS"/>
                <a:cs typeface="Trebuchet MS"/>
              </a:rPr>
              <a:t>logic</a:t>
            </a:r>
            <a:endParaRPr sz="600">
              <a:latin typeface="Trebuchet MS"/>
              <a:cs typeface="Trebuchet MS"/>
            </a:endParaRPr>
          </a:p>
        </p:txBody>
      </p:sp>
      <p:pic>
        <p:nvPicPr>
          <p:cNvPr id="9" name="object 9" descr="">
            <a:hlinkClick r:id="rId4"/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24075" y="466724"/>
            <a:ext cx="3009899" cy="2562224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458638" y="3049846"/>
            <a:ext cx="1402080" cy="1339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00" spc="-20" i="1">
                <a:solidFill>
                  <a:srgbClr val="DCD7E5"/>
                </a:solidFill>
                <a:latin typeface="Arial"/>
                <a:cs typeface="Arial"/>
              </a:rPr>
              <a:t>Imagc:</a:t>
            </a:r>
            <a:r>
              <a:rPr dirty="0" sz="700" spc="10" i="1">
                <a:solidFill>
                  <a:srgbClr val="DCD7E5"/>
                </a:solidFill>
                <a:latin typeface="Arial"/>
                <a:cs typeface="Arial"/>
              </a:rPr>
              <a:t> </a:t>
            </a:r>
            <a:r>
              <a:rPr dirty="0" sz="700" spc="-25" i="1">
                <a:solidFill>
                  <a:srgbClr val="DCD7E5"/>
                </a:solidFill>
                <a:latin typeface="Arial"/>
                <a:cs typeface="Arial"/>
              </a:rPr>
              <a:t>Kaťa</a:t>
            </a:r>
            <a:r>
              <a:rPr dirty="0" sz="700" spc="15" i="1">
                <a:solidFill>
                  <a:srgbClr val="DCD7E5"/>
                </a:solidFill>
                <a:latin typeface="Arial"/>
                <a:cs typeface="Arial"/>
              </a:rPr>
              <a:t> </a:t>
            </a:r>
            <a:r>
              <a:rPr dirty="0" sz="700" spc="-55" i="1">
                <a:solidFill>
                  <a:srgbClr val="DCD7E5"/>
                </a:solidFill>
                <a:latin typeface="Arial"/>
                <a:cs typeface="Arial"/>
              </a:rPr>
              <a:t>ḺaQcí</a:t>
            </a:r>
            <a:r>
              <a:rPr dirty="0" sz="700" spc="10" i="1">
                <a:solidFill>
                  <a:srgbClr val="DCD7E5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DCD7E5"/>
                </a:solidFill>
                <a:latin typeface="Arial"/>
                <a:cs typeface="Arial"/>
              </a:rPr>
              <a:t>:aíiablc</a:t>
            </a:r>
            <a:r>
              <a:rPr dirty="0" sz="700" spc="15" i="1">
                <a:solidFill>
                  <a:srgbClr val="DCD7E5"/>
                </a:solidFill>
                <a:latin typeface="Arial"/>
                <a:cs typeface="Arial"/>
              </a:rPr>
              <a:t> </a:t>
            </a:r>
            <a:r>
              <a:rPr dirty="0" sz="700" spc="-10" i="1">
                <a:solidFill>
                  <a:srgbClr val="DCD7E5"/>
                </a:solidFill>
                <a:latin typeface="Arial"/>
                <a:cs typeface="Arial"/>
              </a:rPr>
              <a:t>mappi"g</a:t>
            </a:r>
            <a:endParaRPr sz="700">
              <a:latin typeface="Arial"/>
              <a:cs typeface="Arial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24075" y="3238500"/>
            <a:ext cx="3009899" cy="2590800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458638" y="5850197"/>
            <a:ext cx="2125345" cy="1339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00" spc="-20" i="1">
                <a:solidFill>
                  <a:srgbClr val="DCD7E5"/>
                </a:solidFill>
                <a:latin typeface="Arial"/>
                <a:cs typeface="Arial"/>
              </a:rPr>
              <a:t>Imagc:</a:t>
            </a:r>
            <a:r>
              <a:rPr dirty="0" sz="700" spc="20" i="1">
                <a:solidFill>
                  <a:srgbClr val="DCD7E5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DCD7E5"/>
                </a:solidFill>
                <a:latin typeface="Arial"/>
                <a:cs typeface="Arial"/>
              </a:rPr>
              <a:t>Co"riguíaťio"</a:t>
            </a:r>
            <a:r>
              <a:rPr dirty="0" sz="700" spc="20" i="1">
                <a:solidFill>
                  <a:srgbClr val="DCD7E5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DCD7E5"/>
                </a:solidFill>
                <a:latin typeface="Arial"/>
                <a:cs typeface="Arial"/>
              </a:rPr>
              <a:t>or</a:t>
            </a:r>
            <a:r>
              <a:rPr dirty="0" sz="700" spc="20" i="1">
                <a:solidFill>
                  <a:srgbClr val="DCD7E5"/>
                </a:solidFill>
                <a:latin typeface="Arial"/>
                <a:cs typeface="Arial"/>
              </a:rPr>
              <a:t> </a:t>
            </a:r>
            <a:r>
              <a:rPr dirty="0" sz="700" spc="-25" i="1">
                <a:solidFill>
                  <a:srgbClr val="DCD7E5"/>
                </a:solidFill>
                <a:latin typeface="Arial"/>
                <a:cs typeface="Arial"/>
              </a:rPr>
              <a:t>Uscí-</a:t>
            </a:r>
            <a:r>
              <a:rPr dirty="0" sz="700" i="1">
                <a:solidFill>
                  <a:srgbClr val="DCD7E5"/>
                </a:solidFill>
                <a:latin typeface="Arial"/>
                <a:cs typeface="Arial"/>
              </a:rPr>
              <a:t>Kcri"cd</a:t>
            </a:r>
            <a:r>
              <a:rPr dirty="0" sz="700" spc="20" i="1">
                <a:solidFill>
                  <a:srgbClr val="DCD7E5"/>
                </a:solidFill>
                <a:latin typeface="Arial"/>
                <a:cs typeface="Arial"/>
              </a:rPr>
              <a:t> </a:t>
            </a:r>
            <a:r>
              <a:rPr dirty="0" sz="700" spc="-10" i="1">
                <a:solidFill>
                  <a:srgbClr val="DCD7E5"/>
                </a:solidFill>
                <a:latin typeface="Arial"/>
                <a:cs typeface="Arial"/>
              </a:rPr>
              <a:t>Vaíiablcs</a:t>
            </a:r>
            <a:r>
              <a:rPr dirty="0" sz="700" spc="20" i="1">
                <a:solidFill>
                  <a:srgbClr val="DCD7E5"/>
                </a:solidFill>
                <a:latin typeface="Arial"/>
                <a:cs typeface="Arial"/>
              </a:rPr>
              <a:t> </a:t>
            </a:r>
            <a:r>
              <a:rPr dirty="0" sz="700" spc="65" i="1">
                <a:solidFill>
                  <a:srgbClr val="DCD7E5"/>
                </a:solidFill>
                <a:latin typeface="Arial"/>
                <a:cs typeface="Arial"/>
              </a:rPr>
              <a:t>i"</a:t>
            </a:r>
            <a:r>
              <a:rPr dirty="0" sz="700" spc="20" i="1">
                <a:solidFill>
                  <a:srgbClr val="DCD7E5"/>
                </a:solidFill>
                <a:latin typeface="Arial"/>
                <a:cs typeface="Arial"/>
              </a:rPr>
              <a:t> </a:t>
            </a:r>
            <a:r>
              <a:rPr dirty="0" sz="700" spc="-25" i="1">
                <a:solidFill>
                  <a:srgbClr val="DCD7E5"/>
                </a:solidFill>
                <a:latin typeface="Arial"/>
                <a:cs typeface="Arial"/>
              </a:rPr>
              <a:t>GĽM</a:t>
            </a:r>
            <a:endParaRPr sz="7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0300"/>
              </a:lnSpc>
              <a:spcBef>
                <a:spcPts val="95"/>
              </a:spcBef>
            </a:pPr>
            <a:r>
              <a:rPr dirty="0"/>
              <a:t>Data</a:t>
            </a:r>
            <a:r>
              <a:rPr dirty="0" spc="-105"/>
              <a:t> </a:t>
            </a:r>
            <a:r>
              <a:rPr dirty="0" spc="-30"/>
              <a:t>Layer</a:t>
            </a:r>
            <a:r>
              <a:rPr dirty="0" spc="-100"/>
              <a:t> </a:t>
            </a:r>
            <a:r>
              <a:rPr dirty="0" spc="-10"/>
              <a:t>Engineering: </a:t>
            </a:r>
            <a:r>
              <a:rPr dirty="0"/>
              <a:t>AJAX</a:t>
            </a:r>
            <a:r>
              <a:rPr dirty="0" spc="-95"/>
              <a:t> &amp; </a:t>
            </a:r>
            <a:r>
              <a:rPr dirty="0" spc="-10"/>
              <a:t>Variable</a:t>
            </a:r>
            <a:r>
              <a:rPr dirty="0" spc="-95"/>
              <a:t> </a:t>
            </a:r>
            <a:r>
              <a:rPr dirty="0" spc="-10"/>
              <a:t>Integration</a:t>
            </a:r>
          </a:p>
        </p:txBody>
      </p:sp>
      <p:sp>
        <p:nvSpPr>
          <p:cNvPr id="7" name="object 7" descr=""/>
          <p:cNvSpPr txBox="1"/>
          <p:nvPr/>
        </p:nvSpPr>
        <p:spPr>
          <a:xfrm>
            <a:off x="6995356" y="1770570"/>
            <a:ext cx="3960495" cy="2078989"/>
          </a:xfrm>
          <a:prstGeom prst="rect">
            <a:avLst/>
          </a:prstGeom>
        </p:spPr>
        <p:txBody>
          <a:bodyPr wrap="square" lIns="0" tIns="2540" rIns="0" bIns="0" rtlCol="0" vert="horz">
            <a:spAutoFit/>
          </a:bodyPr>
          <a:lstStyle/>
          <a:p>
            <a:pPr marL="12700" marR="5080">
              <a:lnSpc>
                <a:spcPct val="109400"/>
              </a:lnSpc>
              <a:spcBef>
                <a:spcPts val="20"/>
              </a:spcBef>
            </a:pPr>
            <a:r>
              <a:rPr dirty="0" sz="1000">
                <a:solidFill>
                  <a:srgbClr val="F2F0F4"/>
                </a:solidFill>
                <a:latin typeface="Verdana"/>
                <a:cs typeface="Verdana"/>
              </a:rPr>
              <a:t>The Data</a:t>
            </a:r>
            <a:r>
              <a:rPr dirty="0" sz="1000" spc="5">
                <a:solidFill>
                  <a:srgbClr val="F2F0F4"/>
                </a:solidFill>
                <a:latin typeface="Verdana"/>
                <a:cs typeface="Verdana"/>
              </a:rPr>
              <a:t> </a:t>
            </a:r>
            <a:r>
              <a:rPr dirty="0" sz="1000" spc="-10">
                <a:solidFill>
                  <a:srgbClr val="F2F0F4"/>
                </a:solidFill>
                <a:latin typeface="Verdana"/>
                <a:cs typeface="Verdana"/>
              </a:rPr>
              <a:t>Layer</a:t>
            </a:r>
            <a:r>
              <a:rPr dirty="0" sz="1000" spc="5">
                <a:solidFill>
                  <a:srgbClr val="F2F0F4"/>
                </a:solidFill>
                <a:latin typeface="Verdana"/>
                <a:cs typeface="Verdana"/>
              </a:rPr>
              <a:t> </a:t>
            </a:r>
            <a:r>
              <a:rPr dirty="0" sz="1000">
                <a:solidFill>
                  <a:srgbClr val="F2F0F4"/>
                </a:solidFill>
                <a:latin typeface="Verdana"/>
                <a:cs typeface="Verdana"/>
              </a:rPr>
              <a:t>acts</a:t>
            </a:r>
            <a:r>
              <a:rPr dirty="0" sz="1000" spc="5">
                <a:solidFill>
                  <a:srgbClr val="F2F0F4"/>
                </a:solidFill>
                <a:latin typeface="Verdana"/>
                <a:cs typeface="Verdana"/>
              </a:rPr>
              <a:t> </a:t>
            </a:r>
            <a:r>
              <a:rPr dirty="0" sz="1000" spc="-10">
                <a:solidFill>
                  <a:srgbClr val="F2F0F4"/>
                </a:solidFill>
                <a:latin typeface="Verdana"/>
                <a:cs typeface="Verdana"/>
              </a:rPr>
              <a:t>as</a:t>
            </a:r>
            <a:r>
              <a:rPr dirty="0" sz="1000" spc="5">
                <a:solidFill>
                  <a:srgbClr val="F2F0F4"/>
                </a:solidFill>
                <a:latin typeface="Verdana"/>
                <a:cs typeface="Verdana"/>
              </a:rPr>
              <a:t> </a:t>
            </a:r>
            <a:r>
              <a:rPr dirty="0" sz="1000">
                <a:solidFill>
                  <a:srgbClr val="F2F0F4"/>
                </a:solidFill>
                <a:latin typeface="Verdana"/>
                <a:cs typeface="Verdana"/>
              </a:rPr>
              <a:t>the critical</a:t>
            </a:r>
            <a:r>
              <a:rPr dirty="0" sz="1000" spc="5">
                <a:solidFill>
                  <a:srgbClr val="F2F0F4"/>
                </a:solidFill>
                <a:latin typeface="Verdana"/>
                <a:cs typeface="Verdana"/>
              </a:rPr>
              <a:t> </a:t>
            </a:r>
            <a:r>
              <a:rPr dirty="0" sz="1000">
                <a:solidFill>
                  <a:srgbClr val="F2F0F4"/>
                </a:solidFill>
                <a:latin typeface="Verdana"/>
                <a:cs typeface="Verdana"/>
              </a:rPr>
              <a:t>intermediary</a:t>
            </a:r>
            <a:r>
              <a:rPr dirty="0" sz="1000" spc="10">
                <a:solidFill>
                  <a:srgbClr val="F2F0F4"/>
                </a:solidFill>
                <a:latin typeface="Verdana"/>
                <a:cs typeface="Verdana"/>
              </a:rPr>
              <a:t> </a:t>
            </a:r>
            <a:r>
              <a:rPr dirty="0" sz="1000">
                <a:solidFill>
                  <a:srgbClr val="F2F0F4"/>
                </a:solidFill>
                <a:latin typeface="Verdana"/>
                <a:cs typeface="Verdana"/>
              </a:rPr>
              <a:t>between</a:t>
            </a:r>
            <a:r>
              <a:rPr dirty="0" sz="1000" spc="5">
                <a:solidFill>
                  <a:srgbClr val="F2F0F4"/>
                </a:solidFill>
                <a:latin typeface="Verdana"/>
                <a:cs typeface="Verdana"/>
              </a:rPr>
              <a:t> </a:t>
            </a:r>
            <a:r>
              <a:rPr dirty="0" sz="1000" spc="-25">
                <a:solidFill>
                  <a:srgbClr val="F2F0F4"/>
                </a:solidFill>
                <a:latin typeface="Verdana"/>
                <a:cs typeface="Verdana"/>
              </a:rPr>
              <a:t>the </a:t>
            </a:r>
            <a:r>
              <a:rPr dirty="0" sz="1000" spc="-10">
                <a:solidFill>
                  <a:srgbClr val="F2F0F4"/>
                </a:solidFill>
                <a:latin typeface="Verdana"/>
                <a:cs typeface="Verdana"/>
              </a:rPr>
              <a:t>front-</a:t>
            </a:r>
            <a:r>
              <a:rPr dirty="0" sz="1000">
                <a:solidFill>
                  <a:srgbClr val="F2F0F4"/>
                </a:solidFill>
                <a:latin typeface="Verdana"/>
                <a:cs typeface="Verdana"/>
              </a:rPr>
              <a:t>end</a:t>
            </a:r>
            <a:r>
              <a:rPr dirty="0" sz="1000" spc="15">
                <a:solidFill>
                  <a:srgbClr val="F2F0F4"/>
                </a:solidFill>
                <a:latin typeface="Verdana"/>
                <a:cs typeface="Verdana"/>
              </a:rPr>
              <a:t> </a:t>
            </a:r>
            <a:r>
              <a:rPr dirty="0" sz="1000">
                <a:solidFill>
                  <a:srgbClr val="F2F0F4"/>
                </a:solidFill>
                <a:latin typeface="Verdana"/>
                <a:cs typeface="Verdana"/>
              </a:rPr>
              <a:t>and</a:t>
            </a:r>
            <a:r>
              <a:rPr dirty="0" sz="1000" spc="20">
                <a:solidFill>
                  <a:srgbClr val="F2F0F4"/>
                </a:solidFill>
                <a:latin typeface="Verdana"/>
                <a:cs typeface="Verdana"/>
              </a:rPr>
              <a:t> </a:t>
            </a:r>
            <a:r>
              <a:rPr dirty="0" sz="1000">
                <a:solidFill>
                  <a:srgbClr val="F2F0F4"/>
                </a:solidFill>
                <a:latin typeface="Verdana"/>
                <a:cs typeface="Verdana"/>
              </a:rPr>
              <a:t>the</a:t>
            </a:r>
            <a:r>
              <a:rPr dirty="0" sz="1000" spc="20">
                <a:solidFill>
                  <a:srgbClr val="F2F0F4"/>
                </a:solidFill>
                <a:latin typeface="Verdana"/>
                <a:cs typeface="Verdana"/>
              </a:rPr>
              <a:t> </a:t>
            </a:r>
            <a:r>
              <a:rPr dirty="0" sz="1000">
                <a:solidFill>
                  <a:srgbClr val="F2F0F4"/>
                </a:solidFill>
                <a:latin typeface="Verdana"/>
                <a:cs typeface="Verdana"/>
              </a:rPr>
              <a:t>analytics</a:t>
            </a:r>
            <a:r>
              <a:rPr dirty="0" sz="1000" spc="15">
                <a:solidFill>
                  <a:srgbClr val="F2F0F4"/>
                </a:solidFill>
                <a:latin typeface="Verdana"/>
                <a:cs typeface="Verdana"/>
              </a:rPr>
              <a:t> </a:t>
            </a:r>
            <a:r>
              <a:rPr dirty="0" sz="1000" spc="-35">
                <a:solidFill>
                  <a:srgbClr val="F2F0F4"/>
                </a:solidFill>
                <a:latin typeface="Verdana"/>
                <a:cs typeface="Verdana"/>
              </a:rPr>
              <a:t>server,</a:t>
            </a:r>
            <a:r>
              <a:rPr dirty="0" sz="1000" spc="20">
                <a:solidFill>
                  <a:srgbClr val="F2F0F4"/>
                </a:solidFill>
                <a:latin typeface="Verdana"/>
                <a:cs typeface="Verdana"/>
              </a:rPr>
              <a:t> </a:t>
            </a:r>
            <a:r>
              <a:rPr dirty="0" sz="1000">
                <a:solidFill>
                  <a:srgbClr val="F2F0F4"/>
                </a:solidFill>
                <a:latin typeface="Verdana"/>
                <a:cs typeface="Verdana"/>
              </a:rPr>
              <a:t>extracting</a:t>
            </a:r>
            <a:r>
              <a:rPr dirty="0" sz="1000" spc="20">
                <a:solidFill>
                  <a:srgbClr val="F2F0F4"/>
                </a:solidFill>
                <a:latin typeface="Verdana"/>
                <a:cs typeface="Verdana"/>
              </a:rPr>
              <a:t> </a:t>
            </a:r>
            <a:r>
              <a:rPr dirty="0" sz="1000" spc="-10">
                <a:solidFill>
                  <a:srgbClr val="F2F0F4"/>
                </a:solidFill>
                <a:latin typeface="Verdana"/>
                <a:cs typeface="Verdana"/>
              </a:rPr>
              <a:t>dynamic </a:t>
            </a:r>
            <a:r>
              <a:rPr dirty="0" sz="1000">
                <a:solidFill>
                  <a:srgbClr val="F2F0F4"/>
                </a:solidFill>
                <a:latin typeface="Verdana"/>
                <a:cs typeface="Verdana"/>
              </a:rPr>
              <a:t>information</a:t>
            </a:r>
            <a:r>
              <a:rPr dirty="0" sz="1000" spc="30">
                <a:solidFill>
                  <a:srgbClr val="F2F0F4"/>
                </a:solidFill>
                <a:latin typeface="Verdana"/>
                <a:cs typeface="Verdana"/>
              </a:rPr>
              <a:t> </a:t>
            </a:r>
            <a:r>
              <a:rPr dirty="0" sz="1000">
                <a:solidFill>
                  <a:srgbClr val="F2F0F4"/>
                </a:solidFill>
                <a:latin typeface="Verdana"/>
                <a:cs typeface="Verdana"/>
              </a:rPr>
              <a:t>invisible</a:t>
            </a:r>
            <a:r>
              <a:rPr dirty="0" sz="1000" spc="30">
                <a:solidFill>
                  <a:srgbClr val="F2F0F4"/>
                </a:solidFill>
                <a:latin typeface="Verdana"/>
                <a:cs typeface="Verdana"/>
              </a:rPr>
              <a:t> </a:t>
            </a:r>
            <a:r>
              <a:rPr dirty="0" sz="1000">
                <a:solidFill>
                  <a:srgbClr val="F2F0F4"/>
                </a:solidFill>
                <a:latin typeface="Verdana"/>
                <a:cs typeface="Verdana"/>
              </a:rPr>
              <a:t>to</a:t>
            </a:r>
            <a:r>
              <a:rPr dirty="0" sz="1000" spc="35">
                <a:solidFill>
                  <a:srgbClr val="F2F0F4"/>
                </a:solidFill>
                <a:latin typeface="Verdana"/>
                <a:cs typeface="Verdana"/>
              </a:rPr>
              <a:t> </a:t>
            </a:r>
            <a:r>
              <a:rPr dirty="0" sz="1000">
                <a:solidFill>
                  <a:srgbClr val="F2F0F4"/>
                </a:solidFill>
                <a:latin typeface="Verdana"/>
                <a:cs typeface="Verdana"/>
              </a:rPr>
              <a:t>standard</a:t>
            </a:r>
            <a:r>
              <a:rPr dirty="0" sz="1000" spc="30">
                <a:solidFill>
                  <a:srgbClr val="F2F0F4"/>
                </a:solidFill>
                <a:latin typeface="Verdana"/>
                <a:cs typeface="Verdana"/>
              </a:rPr>
              <a:t> </a:t>
            </a:r>
            <a:r>
              <a:rPr dirty="0" sz="1000">
                <a:solidFill>
                  <a:srgbClr val="F2F0F4"/>
                </a:solidFill>
                <a:latin typeface="Verdana"/>
                <a:cs typeface="Verdana"/>
              </a:rPr>
              <a:t>browser</a:t>
            </a:r>
            <a:r>
              <a:rPr dirty="0" sz="1000" spc="35">
                <a:solidFill>
                  <a:srgbClr val="F2F0F4"/>
                </a:solidFill>
                <a:latin typeface="Verdana"/>
                <a:cs typeface="Verdana"/>
              </a:rPr>
              <a:t> </a:t>
            </a:r>
            <a:r>
              <a:rPr dirty="0" sz="1000" spc="-10">
                <a:solidFill>
                  <a:srgbClr val="F2F0F4"/>
                </a:solidFill>
                <a:latin typeface="Verdana"/>
                <a:cs typeface="Verdana"/>
              </a:rPr>
              <a:t>listeners.</a:t>
            </a:r>
            <a:endParaRPr sz="1000">
              <a:latin typeface="Verdana"/>
              <a:cs typeface="Verdana"/>
            </a:endParaRPr>
          </a:p>
          <a:p>
            <a:pPr marL="12700" marR="324485">
              <a:lnSpc>
                <a:spcPct val="106300"/>
              </a:lnSpc>
              <a:spcBef>
                <a:spcPts val="150"/>
              </a:spcBef>
            </a:pPr>
            <a:r>
              <a:rPr dirty="0" sz="1000" spc="10" b="1">
                <a:solidFill>
                  <a:srgbClr val="F2F0F4"/>
                </a:solidFill>
                <a:latin typeface="Tahoma"/>
                <a:cs typeface="Tahoma"/>
              </a:rPr>
              <a:t>Technical</a:t>
            </a:r>
            <a:r>
              <a:rPr dirty="0" sz="1000" spc="85" b="1">
                <a:solidFill>
                  <a:srgbClr val="F2F0F4"/>
                </a:solidFill>
                <a:latin typeface="Tahoma"/>
                <a:cs typeface="Tahoma"/>
              </a:rPr>
              <a:t> </a:t>
            </a:r>
            <a:r>
              <a:rPr dirty="0" sz="1000" spc="10" b="1">
                <a:solidFill>
                  <a:srgbClr val="F2F0F4"/>
                </a:solidFill>
                <a:latin typeface="Tahoma"/>
                <a:cs typeface="Tahoma"/>
              </a:rPr>
              <a:t>Solution:</a:t>
            </a:r>
            <a:r>
              <a:rPr dirty="0" sz="1000" spc="65" b="1">
                <a:solidFill>
                  <a:srgbClr val="F2F0F4"/>
                </a:solidFill>
                <a:latin typeface="Tahoma"/>
                <a:cs typeface="Tahoma"/>
              </a:rPr>
              <a:t> </a:t>
            </a:r>
            <a:r>
              <a:rPr dirty="0" sz="1000" spc="10">
                <a:solidFill>
                  <a:srgbClr val="F2F0F4"/>
                </a:solidFill>
                <a:latin typeface="Verdana"/>
                <a:cs typeface="Verdana"/>
              </a:rPr>
              <a:t>A</a:t>
            </a:r>
            <a:r>
              <a:rPr dirty="0" sz="1000">
                <a:solidFill>
                  <a:srgbClr val="F2F0F4"/>
                </a:solidFill>
                <a:latin typeface="Verdana"/>
                <a:cs typeface="Verdana"/>
              </a:rPr>
              <a:t> </a:t>
            </a:r>
            <a:r>
              <a:rPr dirty="0" sz="1000" spc="10">
                <a:solidFill>
                  <a:srgbClr val="F2F0F4"/>
                </a:solidFill>
                <a:latin typeface="Verdana"/>
                <a:cs typeface="Verdana"/>
              </a:rPr>
              <a:t>Custom</a:t>
            </a:r>
            <a:r>
              <a:rPr dirty="0" sz="1000" spc="5">
                <a:solidFill>
                  <a:srgbClr val="F2F0F4"/>
                </a:solidFill>
                <a:latin typeface="Verdana"/>
                <a:cs typeface="Verdana"/>
              </a:rPr>
              <a:t> </a:t>
            </a:r>
            <a:r>
              <a:rPr dirty="0" sz="1000">
                <a:solidFill>
                  <a:srgbClr val="F2F0F4"/>
                </a:solidFill>
                <a:latin typeface="Verdana"/>
                <a:cs typeface="Verdana"/>
              </a:rPr>
              <a:t>jQuery</a:t>
            </a:r>
            <a:r>
              <a:rPr dirty="0" sz="1000" spc="10">
                <a:solidFill>
                  <a:srgbClr val="F2F0F4"/>
                </a:solidFill>
                <a:latin typeface="Verdana"/>
                <a:cs typeface="Verdana"/>
              </a:rPr>
              <a:t> Listener</a:t>
            </a:r>
            <a:r>
              <a:rPr dirty="0" sz="1000">
                <a:solidFill>
                  <a:srgbClr val="F2F0F4"/>
                </a:solidFill>
                <a:latin typeface="Verdana"/>
                <a:cs typeface="Verdana"/>
              </a:rPr>
              <a:t> </a:t>
            </a:r>
            <a:r>
              <a:rPr dirty="0" sz="1000" spc="-10">
                <a:solidFill>
                  <a:srgbClr val="F2F0F4"/>
                </a:solidFill>
                <a:latin typeface="Verdana"/>
                <a:cs typeface="Verdana"/>
              </a:rPr>
              <a:t>captures </a:t>
            </a:r>
            <a:r>
              <a:rPr dirty="0" sz="1000">
                <a:solidFill>
                  <a:srgbClr val="F2F0F4"/>
                </a:solidFill>
                <a:latin typeface="Verdana"/>
                <a:cs typeface="Verdana"/>
              </a:rPr>
              <a:t>form_submit events that</a:t>
            </a:r>
            <a:r>
              <a:rPr dirty="0" sz="1000" spc="5">
                <a:solidFill>
                  <a:srgbClr val="F2F0F4"/>
                </a:solidFill>
                <a:latin typeface="Verdana"/>
                <a:cs typeface="Verdana"/>
              </a:rPr>
              <a:t> </a:t>
            </a:r>
            <a:r>
              <a:rPr dirty="0" sz="1000">
                <a:solidFill>
                  <a:srgbClr val="F2F0F4"/>
                </a:solidFill>
                <a:latin typeface="Verdana"/>
                <a:cs typeface="Verdana"/>
              </a:rPr>
              <a:t>typically</a:t>
            </a:r>
            <a:r>
              <a:rPr dirty="0" sz="1000" spc="10">
                <a:solidFill>
                  <a:srgbClr val="F2F0F4"/>
                </a:solidFill>
                <a:latin typeface="Verdana"/>
                <a:cs typeface="Verdana"/>
              </a:rPr>
              <a:t> </a:t>
            </a:r>
            <a:r>
              <a:rPr dirty="0" sz="1000" spc="-10">
                <a:solidFill>
                  <a:srgbClr val="F2F0F4"/>
                </a:solidFill>
                <a:latin typeface="Verdana"/>
                <a:cs typeface="Verdana"/>
              </a:rPr>
              <a:t>fail</a:t>
            </a:r>
            <a:r>
              <a:rPr dirty="0" sz="1000">
                <a:solidFill>
                  <a:srgbClr val="F2F0F4"/>
                </a:solidFill>
                <a:latin typeface="Verdana"/>
                <a:cs typeface="Verdana"/>
              </a:rPr>
              <a:t> under</a:t>
            </a:r>
            <a:r>
              <a:rPr dirty="0" sz="1000" spc="5">
                <a:solidFill>
                  <a:srgbClr val="F2F0F4"/>
                </a:solidFill>
                <a:latin typeface="Verdana"/>
                <a:cs typeface="Verdana"/>
              </a:rPr>
              <a:t> </a:t>
            </a:r>
            <a:r>
              <a:rPr dirty="0" sz="1000" spc="-10">
                <a:solidFill>
                  <a:srgbClr val="F2F0F4"/>
                </a:solidFill>
                <a:latin typeface="Verdana"/>
                <a:cs typeface="Verdana"/>
              </a:rPr>
              <a:t>standard triggers.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1000" b="1">
                <a:solidFill>
                  <a:srgbClr val="F2F0F4"/>
                </a:solidFill>
                <a:latin typeface="Tahoma"/>
                <a:cs typeface="Tahoma"/>
              </a:rPr>
              <a:t>Variable</a:t>
            </a:r>
            <a:r>
              <a:rPr dirty="0" sz="1000" spc="210" b="1">
                <a:solidFill>
                  <a:srgbClr val="F2F0F4"/>
                </a:solidFill>
                <a:latin typeface="Tahoma"/>
                <a:cs typeface="Tahoma"/>
              </a:rPr>
              <a:t> </a:t>
            </a:r>
            <a:r>
              <a:rPr dirty="0" sz="1000" spc="-10" b="1">
                <a:solidFill>
                  <a:srgbClr val="F2F0F4"/>
                </a:solidFill>
                <a:latin typeface="Tahoma"/>
                <a:cs typeface="Tahoma"/>
              </a:rPr>
              <a:t>Architecture:</a:t>
            </a:r>
            <a:endParaRPr sz="1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1000" spc="-20" b="1">
                <a:solidFill>
                  <a:srgbClr val="F2F0F4"/>
                </a:solidFill>
                <a:latin typeface="Tahoma"/>
                <a:cs typeface="Tahoma"/>
              </a:rPr>
              <a:t>dlv_:</a:t>
            </a:r>
            <a:r>
              <a:rPr dirty="0" sz="1000" spc="40" b="1">
                <a:solidFill>
                  <a:srgbClr val="F2F0F4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F2F0F4"/>
                </a:solidFill>
                <a:latin typeface="Verdana"/>
                <a:cs typeface="Verdana"/>
              </a:rPr>
              <a:t>Raw</a:t>
            </a:r>
            <a:r>
              <a:rPr dirty="0" sz="1000" spc="-15">
                <a:solidFill>
                  <a:srgbClr val="F2F0F4"/>
                </a:solidFill>
                <a:latin typeface="Verdana"/>
                <a:cs typeface="Verdana"/>
              </a:rPr>
              <a:t> </a:t>
            </a:r>
            <a:r>
              <a:rPr dirty="0" sz="1000">
                <a:solidFill>
                  <a:srgbClr val="F2F0F4"/>
                </a:solidFill>
                <a:latin typeface="Verdana"/>
                <a:cs typeface="Verdana"/>
              </a:rPr>
              <a:t>data</a:t>
            </a:r>
            <a:r>
              <a:rPr dirty="0" sz="1000" spc="-15">
                <a:solidFill>
                  <a:srgbClr val="F2F0F4"/>
                </a:solidFill>
                <a:latin typeface="Verdana"/>
                <a:cs typeface="Verdana"/>
              </a:rPr>
              <a:t> </a:t>
            </a:r>
            <a:r>
              <a:rPr dirty="0" sz="1000">
                <a:solidFill>
                  <a:srgbClr val="F2F0F4"/>
                </a:solidFill>
                <a:latin typeface="Verdana"/>
                <a:cs typeface="Verdana"/>
              </a:rPr>
              <a:t>extraction</a:t>
            </a:r>
            <a:r>
              <a:rPr dirty="0" sz="1000" spc="-15">
                <a:solidFill>
                  <a:srgbClr val="F2F0F4"/>
                </a:solidFill>
                <a:latin typeface="Verdana"/>
                <a:cs typeface="Verdana"/>
              </a:rPr>
              <a:t> </a:t>
            </a:r>
            <a:r>
              <a:rPr dirty="0" sz="1000" spc="-25">
                <a:solidFill>
                  <a:srgbClr val="F2F0F4"/>
                </a:solidFill>
                <a:latin typeface="Verdana"/>
                <a:cs typeface="Verdana"/>
              </a:rPr>
              <a:t>(Email,</a:t>
            </a:r>
            <a:r>
              <a:rPr dirty="0" sz="1000" spc="-10">
                <a:solidFill>
                  <a:srgbClr val="F2F0F4"/>
                </a:solidFill>
                <a:latin typeface="Verdana"/>
                <a:cs typeface="Verdana"/>
              </a:rPr>
              <a:t> </a:t>
            </a:r>
            <a:r>
              <a:rPr dirty="0" sz="1000">
                <a:solidFill>
                  <a:srgbClr val="F2F0F4"/>
                </a:solidFill>
                <a:latin typeface="Verdana"/>
                <a:cs typeface="Verdana"/>
              </a:rPr>
              <a:t>Lead</a:t>
            </a:r>
            <a:r>
              <a:rPr dirty="0" sz="1000" spc="-15">
                <a:solidFill>
                  <a:srgbClr val="F2F0F4"/>
                </a:solidFill>
                <a:latin typeface="Verdana"/>
                <a:cs typeface="Verdana"/>
              </a:rPr>
              <a:t> </a:t>
            </a:r>
            <a:r>
              <a:rPr dirty="0" sz="1000" spc="-10">
                <a:solidFill>
                  <a:srgbClr val="F2F0F4"/>
                </a:solidFill>
                <a:latin typeface="Verdana"/>
                <a:cs typeface="Verdana"/>
              </a:rPr>
              <a:t>Source).</a:t>
            </a:r>
            <a:endParaRPr sz="1000">
              <a:latin typeface="Verdana"/>
              <a:cs typeface="Verdana"/>
            </a:endParaRPr>
          </a:p>
          <a:p>
            <a:pPr marL="12700" marR="91440">
              <a:lnSpc>
                <a:spcPct val="106300"/>
              </a:lnSpc>
              <a:spcBef>
                <a:spcPts val="150"/>
              </a:spcBef>
            </a:pPr>
            <a:r>
              <a:rPr dirty="0" sz="1000" b="1">
                <a:solidFill>
                  <a:srgbClr val="F2F0F4"/>
                </a:solidFill>
                <a:latin typeface="Tahoma"/>
                <a:cs typeface="Tahoma"/>
              </a:rPr>
              <a:t>upd_:</a:t>
            </a:r>
            <a:r>
              <a:rPr dirty="0" sz="1000" spc="160" b="1">
                <a:solidFill>
                  <a:srgbClr val="F2F0F4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F2F0F4"/>
                </a:solidFill>
                <a:latin typeface="Verdana"/>
                <a:cs typeface="Verdana"/>
              </a:rPr>
              <a:t>Packaging</a:t>
            </a:r>
            <a:r>
              <a:rPr dirty="0" sz="1000" spc="100">
                <a:solidFill>
                  <a:srgbClr val="F2F0F4"/>
                </a:solidFill>
                <a:latin typeface="Verdana"/>
                <a:cs typeface="Verdana"/>
              </a:rPr>
              <a:t> </a:t>
            </a:r>
            <a:r>
              <a:rPr dirty="0" sz="1000">
                <a:solidFill>
                  <a:srgbClr val="F2F0F4"/>
                </a:solidFill>
                <a:latin typeface="Verdana"/>
                <a:cs typeface="Verdana"/>
              </a:rPr>
              <a:t>data</a:t>
            </a:r>
            <a:r>
              <a:rPr dirty="0" sz="1000" spc="100">
                <a:solidFill>
                  <a:srgbClr val="F2F0F4"/>
                </a:solidFill>
                <a:latin typeface="Verdana"/>
                <a:cs typeface="Verdana"/>
              </a:rPr>
              <a:t> </a:t>
            </a:r>
            <a:r>
              <a:rPr dirty="0" sz="1000">
                <a:solidFill>
                  <a:srgbClr val="F2F0F4"/>
                </a:solidFill>
                <a:latin typeface="Verdana"/>
                <a:cs typeface="Verdana"/>
              </a:rPr>
              <a:t>into</a:t>
            </a:r>
            <a:r>
              <a:rPr dirty="0" sz="1000" spc="105">
                <a:solidFill>
                  <a:srgbClr val="F2F0F4"/>
                </a:solidFill>
                <a:latin typeface="Verdana"/>
                <a:cs typeface="Verdana"/>
              </a:rPr>
              <a:t> </a:t>
            </a:r>
            <a:r>
              <a:rPr dirty="0" sz="1000">
                <a:solidFill>
                  <a:srgbClr val="F2F0F4"/>
                </a:solidFill>
                <a:latin typeface="Verdana"/>
                <a:cs typeface="Verdana"/>
              </a:rPr>
              <a:t>compliant</a:t>
            </a:r>
            <a:r>
              <a:rPr dirty="0" sz="1000" spc="100">
                <a:solidFill>
                  <a:srgbClr val="F2F0F4"/>
                </a:solidFill>
                <a:latin typeface="Verdana"/>
                <a:cs typeface="Verdana"/>
              </a:rPr>
              <a:t> </a:t>
            </a:r>
            <a:r>
              <a:rPr dirty="0" sz="1000" spc="-25">
                <a:solidFill>
                  <a:srgbClr val="F2F0F4"/>
                </a:solidFill>
                <a:latin typeface="Verdana"/>
                <a:cs typeface="Verdana"/>
              </a:rPr>
              <a:t>"User-</a:t>
            </a:r>
            <a:r>
              <a:rPr dirty="0" sz="1000">
                <a:solidFill>
                  <a:srgbClr val="F2F0F4"/>
                </a:solidFill>
                <a:latin typeface="Verdana"/>
                <a:cs typeface="Verdana"/>
              </a:rPr>
              <a:t>Provided</a:t>
            </a:r>
            <a:r>
              <a:rPr dirty="0" sz="1000" spc="100">
                <a:solidFill>
                  <a:srgbClr val="F2F0F4"/>
                </a:solidFill>
                <a:latin typeface="Verdana"/>
                <a:cs typeface="Verdana"/>
              </a:rPr>
              <a:t> </a:t>
            </a:r>
            <a:r>
              <a:rPr dirty="0" sz="1000" spc="-10">
                <a:solidFill>
                  <a:srgbClr val="F2F0F4"/>
                </a:solidFill>
                <a:latin typeface="Verdana"/>
                <a:cs typeface="Verdana"/>
              </a:rPr>
              <a:t>Data" objects.</a:t>
            </a:r>
            <a:endParaRPr sz="1000">
              <a:latin typeface="Verdana"/>
              <a:cs typeface="Verdana"/>
            </a:endParaRPr>
          </a:p>
          <a:p>
            <a:pPr marL="12700" marR="834390">
              <a:lnSpc>
                <a:spcPct val="106300"/>
              </a:lnSpc>
              <a:spcBef>
                <a:spcPts val="220"/>
              </a:spcBef>
            </a:pPr>
            <a:r>
              <a:rPr dirty="0" sz="1000" spc="-10" b="1">
                <a:solidFill>
                  <a:srgbClr val="F2F0F4"/>
                </a:solidFill>
                <a:latin typeface="Tahoma"/>
                <a:cs typeface="Tahoma"/>
              </a:rPr>
              <a:t>user_:</a:t>
            </a:r>
            <a:r>
              <a:rPr dirty="0" sz="1000" spc="35" b="1">
                <a:solidFill>
                  <a:srgbClr val="F2F0F4"/>
                </a:solidFill>
                <a:latin typeface="Tahoma"/>
                <a:cs typeface="Tahoma"/>
              </a:rPr>
              <a:t> </a:t>
            </a:r>
            <a:r>
              <a:rPr dirty="0" sz="1000" spc="55">
                <a:solidFill>
                  <a:srgbClr val="F2F0F4"/>
                </a:solidFill>
                <a:latin typeface="Verdana"/>
                <a:cs typeface="Verdana"/>
              </a:rPr>
              <a:t>Mapping</a:t>
            </a:r>
            <a:r>
              <a:rPr dirty="0" sz="1000" spc="-20">
                <a:solidFill>
                  <a:srgbClr val="F2F0F4"/>
                </a:solidFill>
                <a:latin typeface="Verdana"/>
                <a:cs typeface="Verdana"/>
              </a:rPr>
              <a:t> </a:t>
            </a:r>
            <a:r>
              <a:rPr dirty="0" sz="1000">
                <a:solidFill>
                  <a:srgbClr val="F2F0F4"/>
                </a:solidFill>
                <a:latin typeface="Verdana"/>
                <a:cs typeface="Verdana"/>
              </a:rPr>
              <a:t>specific</a:t>
            </a:r>
            <a:r>
              <a:rPr dirty="0" sz="1000" spc="-25">
                <a:solidFill>
                  <a:srgbClr val="F2F0F4"/>
                </a:solidFill>
                <a:latin typeface="Verdana"/>
                <a:cs typeface="Verdana"/>
              </a:rPr>
              <a:t> </a:t>
            </a:r>
            <a:r>
              <a:rPr dirty="0" sz="1000" spc="-20">
                <a:solidFill>
                  <a:srgbClr val="F2F0F4"/>
                </a:solidFill>
                <a:latin typeface="Verdana"/>
                <a:cs typeface="Verdana"/>
              </a:rPr>
              <a:t>user-</a:t>
            </a:r>
            <a:r>
              <a:rPr dirty="0" sz="1000" spc="-10">
                <a:solidFill>
                  <a:srgbClr val="F2F0F4"/>
                </a:solidFill>
                <a:latin typeface="Verdana"/>
                <a:cs typeface="Verdana"/>
              </a:rPr>
              <a:t>level</a:t>
            </a:r>
            <a:r>
              <a:rPr dirty="0" sz="1000" spc="-20">
                <a:solidFill>
                  <a:srgbClr val="F2F0F4"/>
                </a:solidFill>
                <a:latin typeface="Verdana"/>
                <a:cs typeface="Verdana"/>
              </a:rPr>
              <a:t> </a:t>
            </a:r>
            <a:r>
              <a:rPr dirty="0" sz="1000">
                <a:solidFill>
                  <a:srgbClr val="F2F0F4"/>
                </a:solidFill>
                <a:latin typeface="Verdana"/>
                <a:cs typeface="Verdana"/>
              </a:rPr>
              <a:t>attributes</a:t>
            </a:r>
            <a:r>
              <a:rPr dirty="0" sz="1000" spc="-20">
                <a:solidFill>
                  <a:srgbClr val="F2F0F4"/>
                </a:solidFill>
                <a:latin typeface="Verdana"/>
                <a:cs typeface="Verdana"/>
              </a:rPr>
              <a:t> </a:t>
            </a:r>
            <a:r>
              <a:rPr dirty="0" sz="1000" spc="-25">
                <a:solidFill>
                  <a:srgbClr val="F2F0F4"/>
                </a:solidFill>
                <a:latin typeface="Verdana"/>
                <a:cs typeface="Verdana"/>
              </a:rPr>
              <a:t>for </a:t>
            </a:r>
            <a:r>
              <a:rPr dirty="0" sz="1000">
                <a:solidFill>
                  <a:srgbClr val="F2F0F4"/>
                </a:solidFill>
                <a:latin typeface="Verdana"/>
                <a:cs typeface="Verdana"/>
              </a:rPr>
              <a:t>personalized</a:t>
            </a:r>
            <a:r>
              <a:rPr dirty="0" sz="1000" spc="114">
                <a:solidFill>
                  <a:srgbClr val="F2F0F4"/>
                </a:solidFill>
                <a:latin typeface="Verdana"/>
                <a:cs typeface="Verdana"/>
              </a:rPr>
              <a:t> </a:t>
            </a:r>
            <a:r>
              <a:rPr dirty="0" sz="1000" spc="-10">
                <a:solidFill>
                  <a:srgbClr val="F2F0F4"/>
                </a:solidFill>
                <a:latin typeface="Verdana"/>
                <a:cs typeface="Verdana"/>
              </a:rPr>
              <a:t>analytics.</a:t>
            </a:r>
            <a:endParaRPr sz="1000">
              <a:latin typeface="Verdana"/>
              <a:cs typeface="Verdana"/>
            </a:endParaRPr>
          </a:p>
        </p:txBody>
      </p:sp>
      <p:pic>
        <p:nvPicPr>
          <p:cNvPr id="8" name="object 8" descr="">
            <a:hlinkClick r:id="rId4"/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8363" y="587089"/>
            <a:ext cx="3288029" cy="492759"/>
          </a:xfrm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 marR="5080">
              <a:lnSpc>
                <a:spcPct val="104200"/>
              </a:lnSpc>
              <a:spcBef>
                <a:spcPts val="25"/>
              </a:spcBef>
            </a:pPr>
            <a:r>
              <a:rPr dirty="0" sz="1500"/>
              <a:t>Advanced</a:t>
            </a:r>
            <a:r>
              <a:rPr dirty="0" sz="1500" spc="-35"/>
              <a:t> </a:t>
            </a:r>
            <a:r>
              <a:rPr dirty="0" sz="1500"/>
              <a:t>Data</a:t>
            </a:r>
            <a:r>
              <a:rPr dirty="0" sz="1500" spc="-35"/>
              <a:t> </a:t>
            </a:r>
            <a:r>
              <a:rPr dirty="0" sz="1500" spc="-65"/>
              <a:t>Privacy:</a:t>
            </a:r>
            <a:r>
              <a:rPr dirty="0" sz="1500" spc="-35"/>
              <a:t> </a:t>
            </a:r>
            <a:r>
              <a:rPr dirty="0" sz="1500"/>
              <a:t>Hashing</a:t>
            </a:r>
            <a:r>
              <a:rPr dirty="0" sz="1500" spc="-35"/>
              <a:t> </a:t>
            </a:r>
            <a:r>
              <a:rPr dirty="0" sz="1500" spc="-60"/>
              <a:t>&amp; </a:t>
            </a:r>
            <a:r>
              <a:rPr dirty="0" sz="1500"/>
              <a:t>Enhanced</a:t>
            </a:r>
            <a:r>
              <a:rPr dirty="0" sz="1500" spc="165"/>
              <a:t> </a:t>
            </a:r>
            <a:r>
              <a:rPr dirty="0" sz="1500" spc="-10"/>
              <a:t>Conversions</a:t>
            </a:r>
            <a:endParaRPr sz="1500"/>
          </a:p>
        </p:txBody>
      </p:sp>
      <p:sp>
        <p:nvSpPr>
          <p:cNvPr id="3" name="object 3" descr=""/>
          <p:cNvSpPr txBox="1"/>
          <p:nvPr/>
        </p:nvSpPr>
        <p:spPr>
          <a:xfrm>
            <a:off x="398363" y="1463484"/>
            <a:ext cx="3265170" cy="163957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 marR="91440">
              <a:lnSpc>
                <a:spcPct val="104200"/>
              </a:lnSpc>
              <a:spcBef>
                <a:spcPts val="55"/>
              </a:spcBef>
            </a:pPr>
            <a:r>
              <a:rPr dirty="0" sz="900" spc="-50">
                <a:solidFill>
                  <a:srgbClr val="F2F0F4"/>
                </a:solidFill>
                <a:latin typeface="Verdana"/>
                <a:cs typeface="Verdana"/>
              </a:rPr>
              <a:t>In</a:t>
            </a:r>
            <a:r>
              <a:rPr dirty="0" sz="900" spc="-30">
                <a:solidFill>
                  <a:srgbClr val="F2F0F4"/>
                </a:solidFill>
                <a:latin typeface="Verdana"/>
                <a:cs typeface="Verdana"/>
              </a:rPr>
              <a:t> </a:t>
            </a:r>
            <a:r>
              <a:rPr dirty="0" sz="900" spc="-20">
                <a:solidFill>
                  <a:srgbClr val="F2F0F4"/>
                </a:solidFill>
                <a:latin typeface="Verdana"/>
                <a:cs typeface="Verdana"/>
              </a:rPr>
              <a:t>a</a:t>
            </a:r>
            <a:r>
              <a:rPr dirty="0" sz="900" spc="-25">
                <a:solidFill>
                  <a:srgbClr val="F2F0F4"/>
                </a:solidFill>
                <a:latin typeface="Verdana"/>
                <a:cs typeface="Verdana"/>
              </a:rPr>
              <a:t> </a:t>
            </a:r>
            <a:r>
              <a:rPr dirty="0" sz="900" spc="-35">
                <a:solidFill>
                  <a:srgbClr val="F2F0F4"/>
                </a:solidFill>
                <a:latin typeface="Verdana"/>
                <a:cs typeface="Verdana"/>
              </a:rPr>
              <a:t>privacy-</a:t>
            </a:r>
            <a:r>
              <a:rPr dirty="0" sz="900" spc="-25">
                <a:solidFill>
                  <a:srgbClr val="F2F0F4"/>
                </a:solidFill>
                <a:latin typeface="Verdana"/>
                <a:cs typeface="Verdana"/>
              </a:rPr>
              <a:t>first </a:t>
            </a:r>
            <a:r>
              <a:rPr dirty="0" sz="900" spc="-10">
                <a:solidFill>
                  <a:srgbClr val="F2F0F4"/>
                </a:solidFill>
                <a:latin typeface="Verdana"/>
                <a:cs typeface="Verdana"/>
              </a:rPr>
              <a:t>environment,</a:t>
            </a:r>
            <a:r>
              <a:rPr dirty="0" sz="900" spc="-25">
                <a:solidFill>
                  <a:srgbClr val="F2F0F4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F2F0F4"/>
                </a:solidFill>
                <a:latin typeface="Verdana"/>
                <a:cs typeface="Verdana"/>
              </a:rPr>
              <a:t>Enhanced</a:t>
            </a:r>
            <a:r>
              <a:rPr dirty="0" sz="900" spc="-25">
                <a:solidFill>
                  <a:srgbClr val="F2F0F4"/>
                </a:solidFill>
                <a:latin typeface="Verdana"/>
                <a:cs typeface="Verdana"/>
              </a:rPr>
              <a:t> </a:t>
            </a:r>
            <a:r>
              <a:rPr dirty="0" sz="900" spc="-10">
                <a:solidFill>
                  <a:srgbClr val="F2F0F4"/>
                </a:solidFill>
                <a:latin typeface="Verdana"/>
                <a:cs typeface="Verdana"/>
              </a:rPr>
              <a:t>Conversions provide</a:t>
            </a:r>
            <a:r>
              <a:rPr dirty="0" sz="900" spc="-15">
                <a:solidFill>
                  <a:srgbClr val="F2F0F4"/>
                </a:solidFill>
                <a:latin typeface="Verdana"/>
                <a:cs typeface="Verdana"/>
              </a:rPr>
              <a:t> </a:t>
            </a:r>
            <a:r>
              <a:rPr dirty="0" sz="900" spc="-10">
                <a:solidFill>
                  <a:srgbClr val="F2F0F4"/>
                </a:solidFill>
                <a:latin typeface="Verdana"/>
                <a:cs typeface="Verdana"/>
              </a:rPr>
              <a:t>accurate</a:t>
            </a:r>
            <a:r>
              <a:rPr dirty="0" sz="900" spc="-15">
                <a:solidFill>
                  <a:srgbClr val="F2F0F4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F2F0F4"/>
                </a:solidFill>
                <a:latin typeface="Verdana"/>
                <a:cs typeface="Verdana"/>
              </a:rPr>
              <a:t>measurement</a:t>
            </a:r>
            <a:r>
              <a:rPr dirty="0" sz="900" spc="-15">
                <a:solidFill>
                  <a:srgbClr val="F2F0F4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F2F0F4"/>
                </a:solidFill>
                <a:latin typeface="Verdana"/>
                <a:cs typeface="Verdana"/>
              </a:rPr>
              <a:t>while</a:t>
            </a:r>
            <a:r>
              <a:rPr dirty="0" sz="900" spc="-15">
                <a:solidFill>
                  <a:srgbClr val="F2F0F4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F2F0F4"/>
                </a:solidFill>
                <a:latin typeface="Verdana"/>
                <a:cs typeface="Verdana"/>
              </a:rPr>
              <a:t>maintaining</a:t>
            </a:r>
            <a:r>
              <a:rPr dirty="0" sz="900" spc="-10">
                <a:solidFill>
                  <a:srgbClr val="F2F0F4"/>
                </a:solidFill>
                <a:latin typeface="Verdana"/>
                <a:cs typeface="Verdana"/>
              </a:rPr>
              <a:t> </a:t>
            </a:r>
            <a:r>
              <a:rPr dirty="0" sz="900" spc="-20">
                <a:solidFill>
                  <a:srgbClr val="F2F0F4"/>
                </a:solidFill>
                <a:latin typeface="Verdana"/>
                <a:cs typeface="Verdana"/>
              </a:rPr>
              <a:t>user </a:t>
            </a:r>
            <a:r>
              <a:rPr dirty="0" sz="900" spc="-10">
                <a:solidFill>
                  <a:srgbClr val="F2F0F4"/>
                </a:solidFill>
                <a:latin typeface="Verdana"/>
                <a:cs typeface="Verdana"/>
              </a:rPr>
              <a:t>anonymity</a:t>
            </a:r>
            <a:r>
              <a:rPr dirty="0" sz="900" spc="-20">
                <a:solidFill>
                  <a:srgbClr val="F2F0F4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F2F0F4"/>
                </a:solidFill>
                <a:latin typeface="Verdana"/>
                <a:cs typeface="Verdana"/>
              </a:rPr>
              <a:t>through</a:t>
            </a:r>
            <a:r>
              <a:rPr dirty="0" sz="900" spc="-25">
                <a:solidFill>
                  <a:srgbClr val="F2F0F4"/>
                </a:solidFill>
                <a:latin typeface="Verdana"/>
                <a:cs typeface="Verdana"/>
              </a:rPr>
              <a:t> </a:t>
            </a:r>
            <a:r>
              <a:rPr dirty="0" sz="900" spc="-30">
                <a:solidFill>
                  <a:srgbClr val="F2F0F4"/>
                </a:solidFill>
                <a:latin typeface="Verdana"/>
                <a:cs typeface="Verdana"/>
              </a:rPr>
              <a:t>secure,</a:t>
            </a:r>
            <a:r>
              <a:rPr dirty="0" sz="900" spc="-25">
                <a:solidFill>
                  <a:srgbClr val="F2F0F4"/>
                </a:solidFill>
                <a:latin typeface="Verdana"/>
                <a:cs typeface="Verdana"/>
              </a:rPr>
              <a:t> </a:t>
            </a:r>
            <a:r>
              <a:rPr dirty="0" sz="900" spc="-35">
                <a:solidFill>
                  <a:srgbClr val="F2F0F4"/>
                </a:solidFill>
                <a:latin typeface="Verdana"/>
                <a:cs typeface="Verdana"/>
              </a:rPr>
              <a:t>first-</a:t>
            </a:r>
            <a:r>
              <a:rPr dirty="0" sz="900" spc="-20">
                <a:solidFill>
                  <a:srgbClr val="F2F0F4"/>
                </a:solidFill>
                <a:latin typeface="Verdana"/>
                <a:cs typeface="Verdana"/>
              </a:rPr>
              <a:t>party data.</a:t>
            </a:r>
            <a:endParaRPr sz="900">
              <a:latin typeface="Verdana"/>
              <a:cs typeface="Verdana"/>
            </a:endParaRPr>
          </a:p>
          <a:p>
            <a:pPr marL="12700" marR="5080">
              <a:lnSpc>
                <a:spcPct val="105900"/>
              </a:lnSpc>
              <a:spcBef>
                <a:spcPts val="130"/>
              </a:spcBef>
            </a:pPr>
            <a:r>
              <a:rPr dirty="0" sz="900" b="1">
                <a:solidFill>
                  <a:srgbClr val="F2F0F4"/>
                </a:solidFill>
                <a:latin typeface="Tahoma"/>
                <a:cs typeface="Tahoma"/>
              </a:rPr>
              <a:t>Cryptographic</a:t>
            </a:r>
            <a:r>
              <a:rPr dirty="0" sz="900" spc="80" b="1">
                <a:solidFill>
                  <a:srgbClr val="F2F0F4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F2F0F4"/>
                </a:solidFill>
                <a:latin typeface="Tahoma"/>
                <a:cs typeface="Tahoma"/>
              </a:rPr>
              <a:t>Security:</a:t>
            </a:r>
            <a:r>
              <a:rPr dirty="0" sz="900" spc="50" b="1">
                <a:solidFill>
                  <a:srgbClr val="F2F0F4"/>
                </a:solidFill>
                <a:latin typeface="Tahoma"/>
                <a:cs typeface="Tahoma"/>
              </a:rPr>
              <a:t> </a:t>
            </a:r>
            <a:r>
              <a:rPr dirty="0" sz="900" spc="-30">
                <a:solidFill>
                  <a:srgbClr val="F2F0F4"/>
                </a:solidFill>
                <a:latin typeface="Verdana"/>
                <a:cs typeface="Verdana"/>
              </a:rPr>
              <a:t>"The</a:t>
            </a:r>
            <a:r>
              <a:rPr dirty="0" sz="900" spc="-5">
                <a:solidFill>
                  <a:srgbClr val="F2F0F4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F2F0F4"/>
                </a:solidFill>
                <a:latin typeface="Verdana"/>
                <a:cs typeface="Verdana"/>
              </a:rPr>
              <a:t>Hashed </a:t>
            </a:r>
            <a:r>
              <a:rPr dirty="0" sz="900" spc="-10">
                <a:solidFill>
                  <a:srgbClr val="F2F0F4"/>
                </a:solidFill>
                <a:latin typeface="Verdana"/>
                <a:cs typeface="Verdana"/>
              </a:rPr>
              <a:t>Parameter"</a:t>
            </a:r>
            <a:r>
              <a:rPr dirty="0" sz="900" spc="-5">
                <a:solidFill>
                  <a:srgbClr val="F2F0F4"/>
                </a:solidFill>
                <a:latin typeface="Verdana"/>
                <a:cs typeface="Verdana"/>
              </a:rPr>
              <a:t> </a:t>
            </a:r>
            <a:r>
              <a:rPr dirty="0" sz="900" spc="-35">
                <a:solidFill>
                  <a:srgbClr val="F2F0F4"/>
                </a:solidFill>
                <a:latin typeface="Verdana"/>
                <a:cs typeface="Verdana"/>
              </a:rPr>
              <a:t>is</a:t>
            </a:r>
            <a:r>
              <a:rPr dirty="0" sz="900" spc="-5">
                <a:solidFill>
                  <a:srgbClr val="F2F0F4"/>
                </a:solidFill>
                <a:latin typeface="Verdana"/>
                <a:cs typeface="Verdana"/>
              </a:rPr>
              <a:t> </a:t>
            </a:r>
            <a:r>
              <a:rPr dirty="0" sz="900" spc="-25">
                <a:solidFill>
                  <a:srgbClr val="F2F0F4"/>
                </a:solidFill>
                <a:latin typeface="Verdana"/>
                <a:cs typeface="Verdana"/>
              </a:rPr>
              <a:t>the </a:t>
            </a:r>
            <a:r>
              <a:rPr dirty="0" sz="900">
                <a:solidFill>
                  <a:srgbClr val="F2F0F4"/>
                </a:solidFill>
                <a:latin typeface="Verdana"/>
                <a:cs typeface="Verdana"/>
              </a:rPr>
              <a:t>technical</a:t>
            </a:r>
            <a:r>
              <a:rPr dirty="0" sz="900" spc="-35">
                <a:solidFill>
                  <a:srgbClr val="F2F0F4"/>
                </a:solidFill>
                <a:latin typeface="Verdana"/>
                <a:cs typeface="Verdana"/>
              </a:rPr>
              <a:t> </a:t>
            </a:r>
            <a:r>
              <a:rPr dirty="0" sz="900" spc="-40">
                <a:solidFill>
                  <a:srgbClr val="F2F0F4"/>
                </a:solidFill>
                <a:latin typeface="Verdana"/>
                <a:cs typeface="Verdana"/>
              </a:rPr>
              <a:t>core.</a:t>
            </a:r>
            <a:r>
              <a:rPr dirty="0" sz="900" spc="-35">
                <a:solidFill>
                  <a:srgbClr val="F2F0F4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F2F0F4"/>
                </a:solidFill>
                <a:latin typeface="Verdana"/>
                <a:cs typeface="Verdana"/>
              </a:rPr>
              <a:t>By</a:t>
            </a:r>
            <a:r>
              <a:rPr dirty="0" sz="900" spc="-25">
                <a:solidFill>
                  <a:srgbClr val="F2F0F4"/>
                </a:solidFill>
                <a:latin typeface="Verdana"/>
                <a:cs typeface="Verdana"/>
              </a:rPr>
              <a:t> </a:t>
            </a:r>
            <a:r>
              <a:rPr dirty="0" sz="900" spc="-10">
                <a:solidFill>
                  <a:srgbClr val="F2F0F4"/>
                </a:solidFill>
                <a:latin typeface="Verdana"/>
                <a:cs typeface="Verdana"/>
              </a:rPr>
              <a:t>validating</a:t>
            </a:r>
            <a:r>
              <a:rPr dirty="0" sz="900" spc="-30">
                <a:solidFill>
                  <a:srgbClr val="F2F0F4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F2F0F4"/>
                </a:solidFill>
                <a:latin typeface="Verdana"/>
                <a:cs typeface="Verdana"/>
              </a:rPr>
              <a:t>the</a:t>
            </a:r>
            <a:r>
              <a:rPr dirty="0" sz="900" spc="-35">
                <a:solidFill>
                  <a:srgbClr val="F2F0F4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F2F0F4"/>
                </a:solidFill>
                <a:latin typeface="Verdana"/>
                <a:cs typeface="Verdana"/>
              </a:rPr>
              <a:t>em</a:t>
            </a:r>
            <a:r>
              <a:rPr dirty="0" sz="900" spc="-30">
                <a:solidFill>
                  <a:srgbClr val="F2F0F4"/>
                </a:solidFill>
                <a:latin typeface="Verdana"/>
                <a:cs typeface="Verdana"/>
              </a:rPr>
              <a:t> </a:t>
            </a:r>
            <a:r>
              <a:rPr dirty="0" sz="900" spc="-10">
                <a:solidFill>
                  <a:srgbClr val="F2F0F4"/>
                </a:solidFill>
                <a:latin typeface="Verdana"/>
                <a:cs typeface="Verdana"/>
              </a:rPr>
              <a:t>parameter</a:t>
            </a:r>
            <a:r>
              <a:rPr dirty="0" sz="900" spc="-35">
                <a:solidFill>
                  <a:srgbClr val="F2F0F4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F2F0F4"/>
                </a:solidFill>
                <a:latin typeface="Verdana"/>
                <a:cs typeface="Verdana"/>
              </a:rPr>
              <a:t>and</a:t>
            </a:r>
            <a:r>
              <a:rPr dirty="0" sz="900" spc="-30">
                <a:solidFill>
                  <a:srgbClr val="F2F0F4"/>
                </a:solidFill>
                <a:latin typeface="Verdana"/>
                <a:cs typeface="Verdana"/>
              </a:rPr>
              <a:t> </a:t>
            </a:r>
            <a:r>
              <a:rPr dirty="0" sz="900" spc="-25">
                <a:solidFill>
                  <a:srgbClr val="F2F0F4"/>
                </a:solidFill>
                <a:latin typeface="Verdana"/>
                <a:cs typeface="Verdana"/>
              </a:rPr>
              <a:t>tv1 </a:t>
            </a:r>
            <a:r>
              <a:rPr dirty="0" sz="900" spc="-40">
                <a:solidFill>
                  <a:srgbClr val="F2F0F4"/>
                </a:solidFill>
                <a:latin typeface="Verdana"/>
                <a:cs typeface="Verdana"/>
              </a:rPr>
              <a:t>status,</a:t>
            </a:r>
            <a:r>
              <a:rPr dirty="0" sz="900" spc="-55">
                <a:solidFill>
                  <a:srgbClr val="F2F0F4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F2F0F4"/>
                </a:solidFill>
                <a:latin typeface="Verdana"/>
                <a:cs typeface="Verdana"/>
              </a:rPr>
              <a:t>we</a:t>
            </a:r>
            <a:r>
              <a:rPr dirty="0" sz="900" spc="-55">
                <a:solidFill>
                  <a:srgbClr val="F2F0F4"/>
                </a:solidFill>
                <a:latin typeface="Verdana"/>
                <a:cs typeface="Verdana"/>
              </a:rPr>
              <a:t> </a:t>
            </a:r>
            <a:r>
              <a:rPr dirty="0" sz="900" spc="-10">
                <a:solidFill>
                  <a:srgbClr val="F2F0F4"/>
                </a:solidFill>
                <a:latin typeface="Verdana"/>
                <a:cs typeface="Verdana"/>
              </a:rPr>
              <a:t>ensure</a:t>
            </a:r>
            <a:r>
              <a:rPr dirty="0" sz="900" spc="-55">
                <a:solidFill>
                  <a:srgbClr val="F2F0F4"/>
                </a:solidFill>
                <a:latin typeface="Verdana"/>
                <a:cs typeface="Verdana"/>
              </a:rPr>
              <a:t> </a:t>
            </a:r>
            <a:r>
              <a:rPr dirty="0" sz="900" spc="-45">
                <a:solidFill>
                  <a:srgbClr val="F2F0F4"/>
                </a:solidFill>
                <a:latin typeface="Verdana"/>
                <a:cs typeface="Verdana"/>
              </a:rPr>
              <a:t>PII</a:t>
            </a:r>
            <a:r>
              <a:rPr dirty="0" sz="900" spc="-55">
                <a:solidFill>
                  <a:srgbClr val="F2F0F4"/>
                </a:solidFill>
                <a:latin typeface="Verdana"/>
                <a:cs typeface="Verdana"/>
              </a:rPr>
              <a:t> </a:t>
            </a:r>
            <a:r>
              <a:rPr dirty="0" sz="900" spc="-35">
                <a:solidFill>
                  <a:srgbClr val="F2F0F4"/>
                </a:solidFill>
                <a:latin typeface="Verdana"/>
                <a:cs typeface="Verdana"/>
              </a:rPr>
              <a:t>is</a:t>
            </a:r>
            <a:r>
              <a:rPr dirty="0" sz="900" spc="-55">
                <a:solidFill>
                  <a:srgbClr val="F2F0F4"/>
                </a:solidFill>
                <a:latin typeface="Verdana"/>
                <a:cs typeface="Verdana"/>
              </a:rPr>
              <a:t> </a:t>
            </a:r>
            <a:r>
              <a:rPr dirty="0" sz="900" spc="-25">
                <a:solidFill>
                  <a:srgbClr val="F2F0F4"/>
                </a:solidFill>
                <a:latin typeface="Verdana"/>
                <a:cs typeface="Verdana"/>
              </a:rPr>
              <a:t>never</a:t>
            </a:r>
            <a:r>
              <a:rPr dirty="0" sz="900" spc="-55">
                <a:solidFill>
                  <a:srgbClr val="F2F0F4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F2F0F4"/>
                </a:solidFill>
                <a:latin typeface="Verdana"/>
                <a:cs typeface="Verdana"/>
              </a:rPr>
              <a:t>transmitted</a:t>
            </a:r>
            <a:r>
              <a:rPr dirty="0" sz="900" spc="-55">
                <a:solidFill>
                  <a:srgbClr val="F2F0F4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F2F0F4"/>
                </a:solidFill>
                <a:latin typeface="Verdana"/>
                <a:cs typeface="Verdana"/>
              </a:rPr>
              <a:t>in</a:t>
            </a:r>
            <a:r>
              <a:rPr dirty="0" sz="900" spc="-55">
                <a:solidFill>
                  <a:srgbClr val="F2F0F4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F2F0F4"/>
                </a:solidFill>
                <a:latin typeface="Verdana"/>
                <a:cs typeface="Verdana"/>
              </a:rPr>
              <a:t>plain</a:t>
            </a:r>
            <a:r>
              <a:rPr dirty="0" sz="900" spc="-55">
                <a:solidFill>
                  <a:srgbClr val="F2F0F4"/>
                </a:solidFill>
                <a:latin typeface="Verdana"/>
                <a:cs typeface="Verdana"/>
              </a:rPr>
              <a:t> </a:t>
            </a:r>
            <a:r>
              <a:rPr dirty="0" sz="900" spc="-20">
                <a:solidFill>
                  <a:srgbClr val="F2F0F4"/>
                </a:solidFill>
                <a:latin typeface="Verdana"/>
                <a:cs typeface="Verdana"/>
              </a:rPr>
              <a:t>text.</a:t>
            </a:r>
            <a:r>
              <a:rPr dirty="0" sz="900" spc="500">
                <a:solidFill>
                  <a:srgbClr val="F2F0F4"/>
                </a:solidFill>
                <a:latin typeface="Verdana"/>
                <a:cs typeface="Verdana"/>
              </a:rPr>
              <a:t> </a:t>
            </a:r>
            <a:r>
              <a:rPr dirty="0" sz="900" spc="-85" b="1">
                <a:solidFill>
                  <a:srgbClr val="F2F0F4"/>
                </a:solidFill>
                <a:latin typeface="Tahoma"/>
                <a:cs typeface="Tahoma"/>
              </a:rPr>
              <a:t>PII</a:t>
            </a:r>
            <a:r>
              <a:rPr dirty="0" sz="900" spc="30" b="1">
                <a:solidFill>
                  <a:srgbClr val="F2F0F4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F2F0F4"/>
                </a:solidFill>
                <a:latin typeface="Tahoma"/>
                <a:cs typeface="Tahoma"/>
              </a:rPr>
              <a:t>Hashing:</a:t>
            </a:r>
            <a:r>
              <a:rPr dirty="0" sz="900" spc="10" b="1">
                <a:solidFill>
                  <a:srgbClr val="F2F0F4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F2F0F4"/>
                </a:solidFill>
                <a:latin typeface="Verdana"/>
                <a:cs typeface="Verdana"/>
              </a:rPr>
              <a:t>User</a:t>
            </a:r>
            <a:r>
              <a:rPr dirty="0" sz="900" spc="-50">
                <a:solidFill>
                  <a:srgbClr val="F2F0F4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F2F0F4"/>
                </a:solidFill>
                <a:latin typeface="Verdana"/>
                <a:cs typeface="Verdana"/>
              </a:rPr>
              <a:t>data</a:t>
            </a:r>
            <a:r>
              <a:rPr dirty="0" sz="900" spc="-45">
                <a:solidFill>
                  <a:srgbClr val="F2F0F4"/>
                </a:solidFill>
                <a:latin typeface="Verdana"/>
                <a:cs typeface="Verdana"/>
              </a:rPr>
              <a:t> </a:t>
            </a:r>
            <a:r>
              <a:rPr dirty="0" sz="900" spc="-35">
                <a:solidFill>
                  <a:srgbClr val="F2F0F4"/>
                </a:solidFill>
                <a:latin typeface="Verdana"/>
                <a:cs typeface="Verdana"/>
              </a:rPr>
              <a:t>is</a:t>
            </a:r>
            <a:r>
              <a:rPr dirty="0" sz="900" spc="-45">
                <a:solidFill>
                  <a:srgbClr val="F2F0F4"/>
                </a:solidFill>
                <a:latin typeface="Verdana"/>
                <a:cs typeface="Verdana"/>
              </a:rPr>
              <a:t> </a:t>
            </a:r>
            <a:r>
              <a:rPr dirty="0" sz="900" spc="-10">
                <a:solidFill>
                  <a:srgbClr val="F2F0F4"/>
                </a:solidFill>
                <a:latin typeface="Verdana"/>
                <a:cs typeface="Verdana"/>
              </a:rPr>
              <a:t>cryptographically</a:t>
            </a:r>
            <a:r>
              <a:rPr dirty="0" sz="900" spc="-45">
                <a:solidFill>
                  <a:srgbClr val="F2F0F4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F2F0F4"/>
                </a:solidFill>
                <a:latin typeface="Verdana"/>
                <a:cs typeface="Verdana"/>
              </a:rPr>
              <a:t>hashed</a:t>
            </a:r>
            <a:r>
              <a:rPr dirty="0" sz="900" spc="-45">
                <a:solidFill>
                  <a:srgbClr val="F2F0F4"/>
                </a:solidFill>
                <a:latin typeface="Verdana"/>
                <a:cs typeface="Verdana"/>
              </a:rPr>
              <a:t> </a:t>
            </a:r>
            <a:r>
              <a:rPr dirty="0" sz="900" spc="-20">
                <a:solidFill>
                  <a:srgbClr val="F2F0F4"/>
                </a:solidFill>
                <a:latin typeface="Verdana"/>
                <a:cs typeface="Verdana"/>
              </a:rPr>
              <a:t>using </a:t>
            </a:r>
            <a:r>
              <a:rPr dirty="0" sz="900" spc="-30">
                <a:solidFill>
                  <a:srgbClr val="F2F0F4"/>
                </a:solidFill>
                <a:latin typeface="Verdana"/>
                <a:cs typeface="Verdana"/>
              </a:rPr>
              <a:t>SHA-</a:t>
            </a:r>
            <a:r>
              <a:rPr dirty="0" sz="900" spc="-65">
                <a:solidFill>
                  <a:srgbClr val="F2F0F4"/>
                </a:solidFill>
                <a:latin typeface="Verdana"/>
                <a:cs typeface="Verdana"/>
              </a:rPr>
              <a:t>256</a:t>
            </a:r>
            <a:r>
              <a:rPr dirty="0" sz="900" spc="-40">
                <a:solidFill>
                  <a:srgbClr val="F2F0F4"/>
                </a:solidFill>
                <a:latin typeface="Verdana"/>
                <a:cs typeface="Verdana"/>
              </a:rPr>
              <a:t> </a:t>
            </a:r>
            <a:r>
              <a:rPr dirty="0" sz="900" spc="-10">
                <a:solidFill>
                  <a:srgbClr val="F2F0F4"/>
                </a:solidFill>
                <a:latin typeface="Verdana"/>
                <a:cs typeface="Verdana"/>
              </a:rPr>
              <a:t>before</a:t>
            </a:r>
            <a:r>
              <a:rPr dirty="0" sz="900" spc="-35">
                <a:solidFill>
                  <a:srgbClr val="F2F0F4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F2F0F4"/>
                </a:solidFill>
                <a:latin typeface="Verdana"/>
                <a:cs typeface="Verdana"/>
              </a:rPr>
              <a:t>being</a:t>
            </a:r>
            <a:r>
              <a:rPr dirty="0" sz="900" spc="-35">
                <a:solidFill>
                  <a:srgbClr val="F2F0F4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F2F0F4"/>
                </a:solidFill>
                <a:latin typeface="Verdana"/>
                <a:cs typeface="Verdana"/>
              </a:rPr>
              <a:t>fanned</a:t>
            </a:r>
            <a:r>
              <a:rPr dirty="0" sz="900" spc="-35">
                <a:solidFill>
                  <a:srgbClr val="F2F0F4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F2F0F4"/>
                </a:solidFill>
                <a:latin typeface="Verdana"/>
                <a:cs typeface="Verdana"/>
              </a:rPr>
              <a:t>out</a:t>
            </a:r>
            <a:r>
              <a:rPr dirty="0" sz="900" spc="-35">
                <a:solidFill>
                  <a:srgbClr val="F2F0F4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F2F0F4"/>
                </a:solidFill>
                <a:latin typeface="Verdana"/>
                <a:cs typeface="Verdana"/>
              </a:rPr>
              <a:t>to</a:t>
            </a:r>
            <a:r>
              <a:rPr dirty="0" sz="900" spc="-35">
                <a:solidFill>
                  <a:srgbClr val="F2F0F4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F2F0F4"/>
                </a:solidFill>
                <a:latin typeface="Verdana"/>
                <a:cs typeface="Verdana"/>
              </a:rPr>
              <a:t>destination</a:t>
            </a:r>
            <a:r>
              <a:rPr dirty="0" sz="900" spc="-35">
                <a:solidFill>
                  <a:srgbClr val="F2F0F4"/>
                </a:solidFill>
                <a:latin typeface="Verdana"/>
                <a:cs typeface="Verdana"/>
              </a:rPr>
              <a:t> </a:t>
            </a:r>
            <a:r>
              <a:rPr dirty="0" sz="900" spc="-20">
                <a:solidFill>
                  <a:srgbClr val="F2F0F4"/>
                </a:solidFill>
                <a:latin typeface="Verdana"/>
                <a:cs typeface="Verdana"/>
              </a:rPr>
              <a:t>IDs.</a:t>
            </a:r>
            <a:endParaRPr sz="900">
              <a:latin typeface="Verdana"/>
              <a:cs typeface="Verdana"/>
            </a:endParaRPr>
          </a:p>
          <a:p>
            <a:pPr marL="12700" marR="350520">
              <a:lnSpc>
                <a:spcPct val="107600"/>
              </a:lnSpc>
              <a:spcBef>
                <a:spcPts val="40"/>
              </a:spcBef>
            </a:pPr>
            <a:r>
              <a:rPr dirty="0" sz="900" b="1">
                <a:solidFill>
                  <a:srgbClr val="F2F0F4"/>
                </a:solidFill>
                <a:latin typeface="Tahoma"/>
                <a:cs typeface="Tahoma"/>
              </a:rPr>
              <a:t>Compliance:</a:t>
            </a:r>
            <a:r>
              <a:rPr dirty="0" sz="900" spc="80" b="1">
                <a:solidFill>
                  <a:srgbClr val="F2F0F4"/>
                </a:solidFill>
                <a:latin typeface="Tahoma"/>
                <a:cs typeface="Tahoma"/>
              </a:rPr>
              <a:t> </a:t>
            </a:r>
            <a:r>
              <a:rPr dirty="0" sz="900" spc="-25">
                <a:solidFill>
                  <a:srgbClr val="F2F0F4"/>
                </a:solidFill>
                <a:latin typeface="Verdana"/>
                <a:cs typeface="Verdana"/>
              </a:rPr>
              <a:t>This</a:t>
            </a:r>
            <a:r>
              <a:rPr dirty="0" sz="900" spc="20">
                <a:solidFill>
                  <a:srgbClr val="F2F0F4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F2F0F4"/>
                </a:solidFill>
                <a:latin typeface="Verdana"/>
                <a:cs typeface="Verdana"/>
              </a:rPr>
              <a:t>methodology</a:t>
            </a:r>
            <a:r>
              <a:rPr dirty="0" sz="900" spc="35">
                <a:solidFill>
                  <a:srgbClr val="F2F0F4"/>
                </a:solidFill>
                <a:latin typeface="Verdana"/>
                <a:cs typeface="Verdana"/>
              </a:rPr>
              <a:t> </a:t>
            </a:r>
            <a:r>
              <a:rPr dirty="0" sz="900" spc="-10">
                <a:solidFill>
                  <a:srgbClr val="F2F0F4"/>
                </a:solidFill>
                <a:latin typeface="Verdana"/>
                <a:cs typeface="Verdana"/>
              </a:rPr>
              <a:t>maximizes</a:t>
            </a:r>
            <a:r>
              <a:rPr dirty="0" sz="900" spc="20">
                <a:solidFill>
                  <a:srgbClr val="F2F0F4"/>
                </a:solidFill>
                <a:latin typeface="Verdana"/>
                <a:cs typeface="Verdana"/>
              </a:rPr>
              <a:t> </a:t>
            </a:r>
            <a:r>
              <a:rPr dirty="0" sz="900" spc="-10">
                <a:solidFill>
                  <a:srgbClr val="F2F0F4"/>
                </a:solidFill>
                <a:latin typeface="Verdana"/>
                <a:cs typeface="Verdana"/>
              </a:rPr>
              <a:t>system efficiency</a:t>
            </a:r>
            <a:r>
              <a:rPr dirty="0" sz="900" spc="-35">
                <a:solidFill>
                  <a:srgbClr val="F2F0F4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F2F0F4"/>
                </a:solidFill>
                <a:latin typeface="Verdana"/>
                <a:cs typeface="Verdana"/>
              </a:rPr>
              <a:t>while</a:t>
            </a:r>
            <a:r>
              <a:rPr dirty="0" sz="900" spc="-35">
                <a:solidFill>
                  <a:srgbClr val="F2F0F4"/>
                </a:solidFill>
                <a:latin typeface="Verdana"/>
                <a:cs typeface="Verdana"/>
              </a:rPr>
              <a:t> </a:t>
            </a:r>
            <a:r>
              <a:rPr dirty="0" sz="900" spc="-20">
                <a:solidFill>
                  <a:srgbClr val="F2F0F4"/>
                </a:solidFill>
                <a:latin typeface="Verdana"/>
                <a:cs typeface="Verdana"/>
              </a:rPr>
              <a:t>strictly</a:t>
            </a:r>
            <a:r>
              <a:rPr dirty="0" sz="900" spc="-30">
                <a:solidFill>
                  <a:srgbClr val="F2F0F4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F2F0F4"/>
                </a:solidFill>
                <a:latin typeface="Verdana"/>
                <a:cs typeface="Verdana"/>
              </a:rPr>
              <a:t>adhering</a:t>
            </a:r>
            <a:r>
              <a:rPr dirty="0" sz="900" spc="-35">
                <a:solidFill>
                  <a:srgbClr val="F2F0F4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F2F0F4"/>
                </a:solidFill>
                <a:latin typeface="Verdana"/>
                <a:cs typeface="Verdana"/>
              </a:rPr>
              <a:t>to</a:t>
            </a:r>
            <a:r>
              <a:rPr dirty="0" sz="900" spc="-40">
                <a:solidFill>
                  <a:srgbClr val="F2F0F4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F2F0F4"/>
                </a:solidFill>
                <a:latin typeface="Verdana"/>
                <a:cs typeface="Verdana"/>
              </a:rPr>
              <a:t>global</a:t>
            </a:r>
            <a:r>
              <a:rPr dirty="0" sz="900" spc="-35">
                <a:solidFill>
                  <a:srgbClr val="F2F0F4"/>
                </a:solidFill>
                <a:latin typeface="Verdana"/>
                <a:cs typeface="Verdana"/>
              </a:rPr>
              <a:t> </a:t>
            </a:r>
            <a:r>
              <a:rPr dirty="0" sz="900" spc="-10">
                <a:solidFill>
                  <a:srgbClr val="F2F0F4"/>
                </a:solidFill>
                <a:latin typeface="Verdana"/>
                <a:cs typeface="Verdana"/>
              </a:rPr>
              <a:t>privacy standards</a:t>
            </a:r>
            <a:r>
              <a:rPr dirty="0" sz="900" spc="-55">
                <a:solidFill>
                  <a:srgbClr val="F2F0F4"/>
                </a:solidFill>
                <a:latin typeface="Verdana"/>
                <a:cs typeface="Verdana"/>
              </a:rPr>
              <a:t> </a:t>
            </a:r>
            <a:r>
              <a:rPr dirty="0" sz="900" spc="-10">
                <a:solidFill>
                  <a:srgbClr val="F2F0F4"/>
                </a:solidFill>
                <a:latin typeface="Verdana"/>
                <a:cs typeface="Verdana"/>
              </a:rPr>
              <a:t>(GDPR/CCPA).</a:t>
            </a:r>
            <a:endParaRPr sz="900">
              <a:latin typeface="Verdana"/>
              <a:cs typeface="Verdana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43575" y="380999"/>
            <a:ext cx="3524249" cy="2333624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3969791" y="2728056"/>
            <a:ext cx="1208405" cy="120014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600" spc="-20" i="1">
                <a:solidFill>
                  <a:srgbClr val="DCD7E5"/>
                </a:solidFill>
                <a:latin typeface="Arial"/>
                <a:cs typeface="Arial"/>
              </a:rPr>
              <a:t>Image:</a:t>
            </a:r>
            <a:r>
              <a:rPr dirty="0" sz="600" spc="-5" i="1">
                <a:solidFill>
                  <a:srgbClr val="DCD7E5"/>
                </a:solidFill>
                <a:latin typeface="Arial"/>
                <a:cs typeface="Arial"/>
              </a:rPr>
              <a:t> </a:t>
            </a:r>
            <a:r>
              <a:rPr dirty="0" sz="600" spc="-10" i="1">
                <a:solidFill>
                  <a:srgbClr val="DCD7E5"/>
                </a:solidFill>
                <a:latin typeface="Arial"/>
                <a:cs typeface="Arial"/>
              </a:rPr>
              <a:t>Validation</a:t>
            </a:r>
            <a:r>
              <a:rPr dirty="0" sz="600" i="1">
                <a:solidFill>
                  <a:srgbClr val="DCD7E5"/>
                </a:solidFill>
                <a:latin typeface="Arial"/>
                <a:cs typeface="Arial"/>
              </a:rPr>
              <a:t> of</a:t>
            </a:r>
            <a:r>
              <a:rPr dirty="0" sz="600" spc="-5" i="1">
                <a:solidFill>
                  <a:srgbClr val="DCD7E5"/>
                </a:solidFill>
                <a:latin typeface="Arial"/>
                <a:cs typeface="Arial"/>
              </a:rPr>
              <a:t> </a:t>
            </a:r>
            <a:r>
              <a:rPr dirty="0" sz="600" spc="-10" i="1">
                <a:solidFill>
                  <a:srgbClr val="DCD7E5"/>
                </a:solidFill>
                <a:latin typeface="Arial"/>
                <a:cs typeface="Arial"/>
              </a:rPr>
              <a:t>'em'</a:t>
            </a:r>
            <a:r>
              <a:rPr dirty="0" sz="600" i="1">
                <a:solidFill>
                  <a:srgbClr val="DCD7E5"/>
                </a:solidFill>
                <a:latin typeface="Arial"/>
                <a:cs typeface="Arial"/>
              </a:rPr>
              <a:t> </a:t>
            </a:r>
            <a:r>
              <a:rPr dirty="0" sz="600" spc="-10" i="1">
                <a:solidFill>
                  <a:srgbClr val="DCD7E5"/>
                </a:solidFill>
                <a:latin typeface="Arial"/>
                <a:cs typeface="Arial"/>
              </a:rPr>
              <a:t>paíameteí</a:t>
            </a:r>
            <a:endParaRPr sz="600">
              <a:latin typeface="Arial"/>
              <a:cs typeface="Arial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43575" y="2876550"/>
            <a:ext cx="3524249" cy="3057525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3969791" y="5947507"/>
            <a:ext cx="1452880" cy="120014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600" spc="-20" i="1">
                <a:solidFill>
                  <a:srgbClr val="DCD7E5"/>
                </a:solidFill>
                <a:latin typeface="Arial"/>
                <a:cs typeface="Arial"/>
              </a:rPr>
              <a:t>Image:</a:t>
            </a:r>
            <a:r>
              <a:rPr dirty="0" sz="600" spc="10" i="1">
                <a:solidFill>
                  <a:srgbClr val="DCD7E5"/>
                </a:solidFill>
                <a:latin typeface="Arial"/>
                <a:cs typeface="Arial"/>
              </a:rPr>
              <a:t> </a:t>
            </a:r>
            <a:r>
              <a:rPr dirty="0" sz="600" spc="-10" i="1">
                <a:solidFill>
                  <a:srgbClr val="DCD7E5"/>
                </a:solidFill>
                <a:latin typeface="Arial"/>
                <a:cs typeface="Arial"/>
              </a:rPr>
              <a:t>Secuíity</a:t>
            </a:r>
            <a:r>
              <a:rPr dirty="0" sz="600" spc="10" i="1">
                <a:solidFill>
                  <a:srgbClr val="DCD7E5"/>
                </a:solidFill>
                <a:latin typeface="Arial"/>
                <a:cs typeface="Arial"/>
              </a:rPr>
              <a:t> </a:t>
            </a:r>
            <a:r>
              <a:rPr dirty="0" sz="600" spc="-10" i="1">
                <a:solidFill>
                  <a:srgbClr val="DCD7E5"/>
                </a:solidFill>
                <a:latin typeface="Arial"/>
                <a:cs typeface="Arial"/>
              </a:rPr>
              <a:t>validation</a:t>
            </a:r>
            <a:r>
              <a:rPr dirty="0" sz="600" spc="10" i="1">
                <a:solidFill>
                  <a:srgbClr val="DCD7E5"/>
                </a:solidFill>
                <a:latin typeface="Arial"/>
                <a:cs typeface="Arial"/>
              </a:rPr>
              <a:t> </a:t>
            </a:r>
            <a:r>
              <a:rPr dirty="0" sz="600" i="1">
                <a:solidFill>
                  <a:srgbClr val="DCD7E5"/>
                </a:solidFill>
                <a:latin typeface="Arial"/>
                <a:cs typeface="Arial"/>
              </a:rPr>
              <a:t>of</a:t>
            </a:r>
            <a:r>
              <a:rPr dirty="0" sz="600" spc="10" i="1">
                <a:solidFill>
                  <a:srgbClr val="DCD7E5"/>
                </a:solidFill>
                <a:latin typeface="Arial"/>
                <a:cs typeface="Arial"/>
              </a:rPr>
              <a:t> </a:t>
            </a:r>
            <a:r>
              <a:rPr dirty="0" sz="600" spc="-10" i="1">
                <a:solidFill>
                  <a:srgbClr val="DCD7E5"/>
                </a:solidFill>
                <a:latin typeface="Arial"/>
                <a:cs typeface="Arial"/>
              </a:rPr>
              <a:t>outbound</a:t>
            </a:r>
            <a:r>
              <a:rPr dirty="0" sz="600" spc="10" i="1">
                <a:solidFill>
                  <a:srgbClr val="DCD7E5"/>
                </a:solidFill>
                <a:latin typeface="Arial"/>
                <a:cs typeface="Arial"/>
              </a:rPr>
              <a:t> </a:t>
            </a:r>
            <a:r>
              <a:rPr dirty="0" sz="600" spc="-20" i="1">
                <a:solidFill>
                  <a:srgbClr val="DCD7E5"/>
                </a:solidFill>
                <a:latin typeface="Arial"/>
                <a:cs typeface="Arial"/>
              </a:rPr>
              <a:t>hits</a:t>
            </a:r>
            <a:endParaRPr sz="600">
              <a:latin typeface="Arial"/>
              <a:cs typeface="Arial"/>
            </a:endParaRPr>
          </a:p>
        </p:txBody>
      </p:sp>
      <p:pic>
        <p:nvPicPr>
          <p:cNvPr id="8" name="object 8" descr="">
            <a:hlinkClick r:id="rId4"/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1959" y="546703"/>
            <a:ext cx="4684395" cy="394335"/>
          </a:xfrm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400"/>
              <a:t>Validation</a:t>
            </a:r>
            <a:r>
              <a:rPr dirty="0" sz="2400" spc="-160"/>
              <a:t> </a:t>
            </a:r>
            <a:r>
              <a:rPr dirty="0" sz="2400" spc="-145"/>
              <a:t>&amp;</a:t>
            </a:r>
            <a:r>
              <a:rPr dirty="0" sz="2400" spc="-160"/>
              <a:t> </a:t>
            </a:r>
            <a:r>
              <a:rPr dirty="0" sz="2400" spc="-10"/>
              <a:t>Quality</a:t>
            </a:r>
            <a:r>
              <a:rPr dirty="0" sz="2400" spc="-160"/>
              <a:t> </a:t>
            </a:r>
            <a:r>
              <a:rPr dirty="0" sz="2400" spc="-10"/>
              <a:t>Assurance</a:t>
            </a:r>
            <a:endParaRPr sz="2400"/>
          </a:p>
        </p:txBody>
      </p:sp>
      <p:sp>
        <p:nvSpPr>
          <p:cNvPr id="3" name="object 3" descr=""/>
          <p:cNvSpPr txBox="1"/>
          <p:nvPr/>
        </p:nvSpPr>
        <p:spPr>
          <a:xfrm>
            <a:off x="601959" y="941952"/>
            <a:ext cx="10139045" cy="1301750"/>
          </a:xfrm>
          <a:prstGeom prst="rect">
            <a:avLst/>
          </a:prstGeom>
        </p:spPr>
        <p:txBody>
          <a:bodyPr wrap="square" lIns="0" tIns="482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dirty="0" sz="1200" spc="-40">
                <a:solidFill>
                  <a:srgbClr val="F2F0F4"/>
                </a:solidFill>
                <a:latin typeface="Verdana"/>
                <a:cs typeface="Verdana"/>
              </a:rPr>
              <a:t>"Trust</a:t>
            </a:r>
            <a:r>
              <a:rPr dirty="0" sz="1200" spc="-25">
                <a:solidFill>
                  <a:srgbClr val="F2F0F4"/>
                </a:solidFill>
                <a:latin typeface="Verdana"/>
                <a:cs typeface="Verdana"/>
              </a:rPr>
              <a:t> </a:t>
            </a:r>
            <a:r>
              <a:rPr dirty="0" sz="1200">
                <a:solidFill>
                  <a:srgbClr val="F2F0F4"/>
                </a:solidFill>
                <a:latin typeface="Verdana"/>
                <a:cs typeface="Verdana"/>
              </a:rPr>
              <a:t>but</a:t>
            </a:r>
            <a:r>
              <a:rPr dirty="0" sz="1200" spc="-25">
                <a:solidFill>
                  <a:srgbClr val="F2F0F4"/>
                </a:solidFill>
                <a:latin typeface="Verdana"/>
                <a:cs typeface="Verdana"/>
              </a:rPr>
              <a:t> </a:t>
            </a:r>
            <a:r>
              <a:rPr dirty="0" sz="1200" spc="-50">
                <a:solidFill>
                  <a:srgbClr val="F2F0F4"/>
                </a:solidFill>
                <a:latin typeface="Verdana"/>
                <a:cs typeface="Verdana"/>
              </a:rPr>
              <a:t>verify"</a:t>
            </a:r>
            <a:r>
              <a:rPr dirty="0" sz="1200" spc="-25">
                <a:solidFill>
                  <a:srgbClr val="F2F0F4"/>
                </a:solidFill>
                <a:latin typeface="Verdana"/>
                <a:cs typeface="Verdana"/>
              </a:rPr>
              <a:t> </a:t>
            </a:r>
            <a:r>
              <a:rPr dirty="0" sz="1200" spc="-30">
                <a:solidFill>
                  <a:srgbClr val="F2F0F4"/>
                </a:solidFill>
                <a:latin typeface="Verdana"/>
                <a:cs typeface="Verdana"/>
              </a:rPr>
              <a:t>is</a:t>
            </a:r>
            <a:r>
              <a:rPr dirty="0" sz="1200" spc="-25">
                <a:solidFill>
                  <a:srgbClr val="F2F0F4"/>
                </a:solidFill>
                <a:latin typeface="Verdana"/>
                <a:cs typeface="Verdana"/>
              </a:rPr>
              <a:t> </a:t>
            </a:r>
            <a:r>
              <a:rPr dirty="0" sz="1200">
                <a:solidFill>
                  <a:srgbClr val="F2F0F4"/>
                </a:solidFill>
                <a:latin typeface="Verdana"/>
                <a:cs typeface="Verdana"/>
              </a:rPr>
              <a:t>the</a:t>
            </a:r>
            <a:r>
              <a:rPr dirty="0" sz="1200" spc="-25">
                <a:solidFill>
                  <a:srgbClr val="F2F0F4"/>
                </a:solidFill>
                <a:latin typeface="Verdana"/>
                <a:cs typeface="Verdana"/>
              </a:rPr>
              <a:t> </a:t>
            </a:r>
            <a:r>
              <a:rPr dirty="0" sz="1200" spc="-10">
                <a:solidFill>
                  <a:srgbClr val="F2F0F4"/>
                </a:solidFill>
                <a:latin typeface="Verdana"/>
                <a:cs typeface="Verdana"/>
              </a:rPr>
              <a:t>mandate.</a:t>
            </a:r>
            <a:r>
              <a:rPr dirty="0" sz="1200" spc="-25">
                <a:solidFill>
                  <a:srgbClr val="F2F0F4"/>
                </a:solidFill>
                <a:latin typeface="Verdana"/>
                <a:cs typeface="Verdana"/>
              </a:rPr>
              <a:t> Real-</a:t>
            </a:r>
            <a:r>
              <a:rPr dirty="0" sz="1200">
                <a:solidFill>
                  <a:srgbClr val="F2F0F4"/>
                </a:solidFill>
                <a:latin typeface="Verdana"/>
                <a:cs typeface="Verdana"/>
              </a:rPr>
              <a:t>time</a:t>
            </a:r>
            <a:r>
              <a:rPr dirty="0" sz="1200" spc="-25">
                <a:solidFill>
                  <a:srgbClr val="F2F0F4"/>
                </a:solidFill>
                <a:latin typeface="Verdana"/>
                <a:cs typeface="Verdana"/>
              </a:rPr>
              <a:t> </a:t>
            </a:r>
            <a:r>
              <a:rPr dirty="0" sz="1200" spc="45">
                <a:solidFill>
                  <a:srgbClr val="F2F0F4"/>
                </a:solidFill>
                <a:latin typeface="Verdana"/>
                <a:cs typeface="Verdana"/>
              </a:rPr>
              <a:t>debugging</a:t>
            </a:r>
            <a:r>
              <a:rPr dirty="0" sz="1200" spc="-25">
                <a:solidFill>
                  <a:srgbClr val="F2F0F4"/>
                </a:solidFill>
                <a:latin typeface="Verdana"/>
                <a:cs typeface="Verdana"/>
              </a:rPr>
              <a:t> </a:t>
            </a:r>
            <a:r>
              <a:rPr dirty="0" sz="1200" spc="-10">
                <a:solidFill>
                  <a:srgbClr val="F2F0F4"/>
                </a:solidFill>
                <a:latin typeface="Verdana"/>
                <a:cs typeface="Verdana"/>
              </a:rPr>
              <a:t>ensures</a:t>
            </a:r>
            <a:r>
              <a:rPr dirty="0" sz="1200" spc="-20">
                <a:solidFill>
                  <a:srgbClr val="F2F0F4"/>
                </a:solidFill>
                <a:latin typeface="Verdana"/>
                <a:cs typeface="Verdana"/>
              </a:rPr>
              <a:t> </a:t>
            </a:r>
            <a:r>
              <a:rPr dirty="0" sz="1200">
                <a:solidFill>
                  <a:srgbClr val="F2F0F4"/>
                </a:solidFill>
                <a:latin typeface="Verdana"/>
                <a:cs typeface="Verdana"/>
              </a:rPr>
              <a:t>the</a:t>
            </a:r>
            <a:r>
              <a:rPr dirty="0" sz="1200" spc="-25">
                <a:solidFill>
                  <a:srgbClr val="F2F0F4"/>
                </a:solidFill>
                <a:latin typeface="Verdana"/>
                <a:cs typeface="Verdana"/>
              </a:rPr>
              <a:t> </a:t>
            </a:r>
            <a:r>
              <a:rPr dirty="0" sz="1200">
                <a:solidFill>
                  <a:srgbClr val="F2F0F4"/>
                </a:solidFill>
                <a:latin typeface="Verdana"/>
                <a:cs typeface="Verdana"/>
              </a:rPr>
              <a:t>engineering</a:t>
            </a:r>
            <a:r>
              <a:rPr dirty="0" sz="1200" spc="-25">
                <a:solidFill>
                  <a:srgbClr val="F2F0F4"/>
                </a:solidFill>
                <a:latin typeface="Verdana"/>
                <a:cs typeface="Verdana"/>
              </a:rPr>
              <a:t> </a:t>
            </a:r>
            <a:r>
              <a:rPr dirty="0" sz="1200">
                <a:solidFill>
                  <a:srgbClr val="F2F0F4"/>
                </a:solidFill>
                <a:latin typeface="Verdana"/>
                <a:cs typeface="Verdana"/>
              </a:rPr>
              <a:t>plan</a:t>
            </a:r>
            <a:r>
              <a:rPr dirty="0" sz="1200" spc="-25">
                <a:solidFill>
                  <a:srgbClr val="F2F0F4"/>
                </a:solidFill>
                <a:latin typeface="Verdana"/>
                <a:cs typeface="Verdana"/>
              </a:rPr>
              <a:t> </a:t>
            </a:r>
            <a:r>
              <a:rPr dirty="0" sz="1200">
                <a:solidFill>
                  <a:srgbClr val="F2F0F4"/>
                </a:solidFill>
                <a:latin typeface="Verdana"/>
                <a:cs typeface="Verdana"/>
              </a:rPr>
              <a:t>matches</a:t>
            </a:r>
            <a:r>
              <a:rPr dirty="0" sz="1200" spc="-25">
                <a:solidFill>
                  <a:srgbClr val="F2F0F4"/>
                </a:solidFill>
                <a:latin typeface="Verdana"/>
                <a:cs typeface="Verdana"/>
              </a:rPr>
              <a:t> </a:t>
            </a:r>
            <a:r>
              <a:rPr dirty="0" sz="1200">
                <a:solidFill>
                  <a:srgbClr val="F2F0F4"/>
                </a:solidFill>
                <a:latin typeface="Verdana"/>
                <a:cs typeface="Verdana"/>
              </a:rPr>
              <a:t>the</a:t>
            </a:r>
            <a:r>
              <a:rPr dirty="0" sz="1200" spc="-25">
                <a:solidFill>
                  <a:srgbClr val="F2F0F4"/>
                </a:solidFill>
                <a:latin typeface="Verdana"/>
                <a:cs typeface="Verdana"/>
              </a:rPr>
              <a:t> </a:t>
            </a:r>
            <a:r>
              <a:rPr dirty="0" sz="1200">
                <a:solidFill>
                  <a:srgbClr val="F2F0F4"/>
                </a:solidFill>
                <a:latin typeface="Verdana"/>
                <a:cs typeface="Verdana"/>
              </a:rPr>
              <a:t>actual</a:t>
            </a:r>
            <a:r>
              <a:rPr dirty="0" sz="1200" spc="-25">
                <a:solidFill>
                  <a:srgbClr val="F2F0F4"/>
                </a:solidFill>
                <a:latin typeface="Verdana"/>
                <a:cs typeface="Verdana"/>
              </a:rPr>
              <a:t> </a:t>
            </a:r>
            <a:r>
              <a:rPr dirty="0" sz="1200">
                <a:solidFill>
                  <a:srgbClr val="F2F0F4"/>
                </a:solidFill>
                <a:latin typeface="Verdana"/>
                <a:cs typeface="Verdana"/>
              </a:rPr>
              <a:t>data</a:t>
            </a:r>
            <a:r>
              <a:rPr dirty="0" sz="1200" spc="-25">
                <a:solidFill>
                  <a:srgbClr val="F2F0F4"/>
                </a:solidFill>
                <a:latin typeface="Verdana"/>
                <a:cs typeface="Verdana"/>
              </a:rPr>
              <a:t> </a:t>
            </a:r>
            <a:r>
              <a:rPr dirty="0" sz="1200" spc="-10">
                <a:solidFill>
                  <a:srgbClr val="F2F0F4"/>
                </a:solidFill>
                <a:latin typeface="Verdana"/>
                <a:cs typeface="Verdana"/>
              </a:rPr>
              <a:t>pipeline.</a:t>
            </a:r>
            <a:endParaRPr sz="1200">
              <a:latin typeface="Verdana"/>
              <a:cs typeface="Verdana"/>
            </a:endParaRPr>
          </a:p>
          <a:p>
            <a:pPr marL="12700" marR="489584">
              <a:lnSpc>
                <a:spcPct val="109400"/>
              </a:lnSpc>
              <a:spcBef>
                <a:spcPts val="150"/>
              </a:spcBef>
            </a:pPr>
            <a:r>
              <a:rPr dirty="0" sz="1200" b="1">
                <a:solidFill>
                  <a:srgbClr val="F2F0F4"/>
                </a:solidFill>
                <a:latin typeface="Tahoma"/>
                <a:cs typeface="Tahoma"/>
              </a:rPr>
              <a:t>The</a:t>
            </a:r>
            <a:r>
              <a:rPr dirty="0" sz="1200" spc="85" b="1">
                <a:solidFill>
                  <a:srgbClr val="F2F0F4"/>
                </a:solidFill>
                <a:latin typeface="Tahoma"/>
                <a:cs typeface="Tahoma"/>
              </a:rPr>
              <a:t> </a:t>
            </a:r>
            <a:r>
              <a:rPr dirty="0" sz="1200" b="1">
                <a:solidFill>
                  <a:srgbClr val="F2F0F4"/>
                </a:solidFill>
                <a:latin typeface="Tahoma"/>
                <a:cs typeface="Tahoma"/>
              </a:rPr>
              <a:t>Conversion</a:t>
            </a:r>
            <a:r>
              <a:rPr dirty="0" sz="1200" spc="90" b="1">
                <a:solidFill>
                  <a:srgbClr val="F2F0F4"/>
                </a:solidFill>
                <a:latin typeface="Tahoma"/>
                <a:cs typeface="Tahoma"/>
              </a:rPr>
              <a:t> </a:t>
            </a:r>
            <a:r>
              <a:rPr dirty="0" sz="1200" b="1">
                <a:solidFill>
                  <a:srgbClr val="F2F0F4"/>
                </a:solidFill>
                <a:latin typeface="Tahoma"/>
                <a:cs typeface="Tahoma"/>
              </a:rPr>
              <a:t>Bridge:</a:t>
            </a:r>
            <a:r>
              <a:rPr dirty="0" sz="1200" spc="55" b="1">
                <a:solidFill>
                  <a:srgbClr val="F2F0F4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F2F0F4"/>
                </a:solidFill>
                <a:latin typeface="Verdana"/>
                <a:cs typeface="Verdana"/>
              </a:rPr>
              <a:t>Verified</a:t>
            </a:r>
            <a:r>
              <a:rPr dirty="0" sz="1200" spc="-20">
                <a:solidFill>
                  <a:srgbClr val="F2F0F4"/>
                </a:solidFill>
                <a:latin typeface="Verdana"/>
                <a:cs typeface="Verdana"/>
              </a:rPr>
              <a:t> </a:t>
            </a:r>
            <a:r>
              <a:rPr dirty="0" sz="1200" spc="-35">
                <a:solidFill>
                  <a:srgbClr val="F2F0F4"/>
                </a:solidFill>
                <a:latin typeface="Verdana"/>
                <a:cs typeface="Verdana"/>
              </a:rPr>
              <a:t>via</a:t>
            </a:r>
            <a:r>
              <a:rPr dirty="0" sz="1200" spc="-20">
                <a:solidFill>
                  <a:srgbClr val="F2F0F4"/>
                </a:solidFill>
                <a:latin typeface="Verdana"/>
                <a:cs typeface="Verdana"/>
              </a:rPr>
              <a:t> </a:t>
            </a:r>
            <a:r>
              <a:rPr dirty="0" sz="1200">
                <a:solidFill>
                  <a:srgbClr val="F2F0F4"/>
                </a:solidFill>
                <a:latin typeface="Verdana"/>
                <a:cs typeface="Verdana"/>
              </a:rPr>
              <a:t>GA4</a:t>
            </a:r>
            <a:r>
              <a:rPr dirty="0" sz="1200" spc="-20">
                <a:solidFill>
                  <a:srgbClr val="F2F0F4"/>
                </a:solidFill>
                <a:latin typeface="Verdana"/>
                <a:cs typeface="Verdana"/>
              </a:rPr>
              <a:t> </a:t>
            </a:r>
            <a:r>
              <a:rPr dirty="0" sz="1200">
                <a:solidFill>
                  <a:srgbClr val="F2F0F4"/>
                </a:solidFill>
                <a:latin typeface="Verdana"/>
                <a:cs typeface="Verdana"/>
              </a:rPr>
              <a:t>DebugView</a:t>
            </a:r>
            <a:r>
              <a:rPr dirty="0" sz="1200" spc="-20">
                <a:solidFill>
                  <a:srgbClr val="F2F0F4"/>
                </a:solidFill>
                <a:latin typeface="Verdana"/>
                <a:cs typeface="Verdana"/>
              </a:rPr>
              <a:t> </a:t>
            </a:r>
            <a:r>
              <a:rPr dirty="0" sz="1200">
                <a:solidFill>
                  <a:srgbClr val="F2F0F4"/>
                </a:solidFill>
                <a:latin typeface="Verdana"/>
                <a:cs typeface="Verdana"/>
              </a:rPr>
              <a:t>to</a:t>
            </a:r>
            <a:r>
              <a:rPr dirty="0" sz="1200" spc="-20">
                <a:solidFill>
                  <a:srgbClr val="F2F0F4"/>
                </a:solidFill>
                <a:latin typeface="Verdana"/>
                <a:cs typeface="Verdana"/>
              </a:rPr>
              <a:t> </a:t>
            </a:r>
            <a:r>
              <a:rPr dirty="0" sz="1200">
                <a:solidFill>
                  <a:srgbClr val="F2F0F4"/>
                </a:solidFill>
                <a:latin typeface="Verdana"/>
                <a:cs typeface="Verdana"/>
              </a:rPr>
              <a:t>monitor</a:t>
            </a:r>
            <a:r>
              <a:rPr dirty="0" sz="1200" spc="-20">
                <a:solidFill>
                  <a:srgbClr val="F2F0F4"/>
                </a:solidFill>
                <a:latin typeface="Verdana"/>
                <a:cs typeface="Verdana"/>
              </a:rPr>
              <a:t> </a:t>
            </a:r>
            <a:r>
              <a:rPr dirty="0" sz="1200" spc="-25">
                <a:solidFill>
                  <a:srgbClr val="F2F0F4"/>
                </a:solidFill>
                <a:latin typeface="Verdana"/>
                <a:cs typeface="Verdana"/>
              </a:rPr>
              <a:t>live</a:t>
            </a:r>
            <a:r>
              <a:rPr dirty="0" sz="1200" spc="-15">
                <a:solidFill>
                  <a:srgbClr val="F2F0F4"/>
                </a:solidFill>
                <a:latin typeface="Verdana"/>
                <a:cs typeface="Verdana"/>
              </a:rPr>
              <a:t> </a:t>
            </a:r>
            <a:r>
              <a:rPr dirty="0" sz="1200" spc="-10">
                <a:solidFill>
                  <a:srgbClr val="F2F0F4"/>
                </a:solidFill>
                <a:latin typeface="Verdana"/>
                <a:cs typeface="Verdana"/>
              </a:rPr>
              <a:t>event</a:t>
            </a:r>
            <a:r>
              <a:rPr dirty="0" sz="1200" spc="-20">
                <a:solidFill>
                  <a:srgbClr val="F2F0F4"/>
                </a:solidFill>
                <a:latin typeface="Verdana"/>
                <a:cs typeface="Verdana"/>
              </a:rPr>
              <a:t> </a:t>
            </a:r>
            <a:r>
              <a:rPr dirty="0" sz="1200" spc="-55">
                <a:solidFill>
                  <a:srgbClr val="F2F0F4"/>
                </a:solidFill>
                <a:latin typeface="Verdana"/>
                <a:cs typeface="Verdana"/>
              </a:rPr>
              <a:t>flow:</a:t>
            </a:r>
            <a:r>
              <a:rPr dirty="0" sz="1200" spc="-20">
                <a:solidFill>
                  <a:srgbClr val="F2F0F4"/>
                </a:solidFill>
                <a:latin typeface="Verdana"/>
                <a:cs typeface="Verdana"/>
              </a:rPr>
              <a:t> </a:t>
            </a:r>
            <a:r>
              <a:rPr dirty="0" sz="1200" spc="-10">
                <a:solidFill>
                  <a:srgbClr val="F2F0F4"/>
                </a:solidFill>
                <a:latin typeface="Verdana"/>
                <a:cs typeface="Verdana"/>
              </a:rPr>
              <a:t>page_view</a:t>
            </a:r>
            <a:r>
              <a:rPr dirty="0" sz="1200" spc="-20">
                <a:solidFill>
                  <a:srgbClr val="F2F0F4"/>
                </a:solidFill>
                <a:latin typeface="Verdana"/>
                <a:cs typeface="Verdana"/>
              </a:rPr>
              <a:t> </a:t>
            </a:r>
            <a:r>
              <a:rPr dirty="0" sz="1200" spc="70">
                <a:solidFill>
                  <a:srgbClr val="F2F0F4"/>
                </a:solidFill>
                <a:latin typeface="Verdana"/>
                <a:cs typeface="Verdana"/>
              </a:rPr>
              <a:t>³</a:t>
            </a:r>
            <a:r>
              <a:rPr dirty="0" sz="1200" spc="-20">
                <a:solidFill>
                  <a:srgbClr val="F2F0F4"/>
                </a:solidFill>
                <a:latin typeface="Verdana"/>
                <a:cs typeface="Verdana"/>
              </a:rPr>
              <a:t> </a:t>
            </a:r>
            <a:r>
              <a:rPr dirty="0" sz="1200">
                <a:solidFill>
                  <a:srgbClr val="F2F0F4"/>
                </a:solidFill>
                <a:latin typeface="Verdana"/>
                <a:cs typeface="Verdana"/>
              </a:rPr>
              <a:t>user_engagement</a:t>
            </a:r>
            <a:r>
              <a:rPr dirty="0" sz="1200" spc="-20">
                <a:solidFill>
                  <a:srgbClr val="F2F0F4"/>
                </a:solidFill>
                <a:latin typeface="Verdana"/>
                <a:cs typeface="Verdana"/>
              </a:rPr>
              <a:t> </a:t>
            </a:r>
            <a:r>
              <a:rPr dirty="0" sz="1200" spc="70">
                <a:solidFill>
                  <a:srgbClr val="F2F0F4"/>
                </a:solidFill>
                <a:latin typeface="Verdana"/>
                <a:cs typeface="Verdana"/>
              </a:rPr>
              <a:t>³</a:t>
            </a:r>
            <a:r>
              <a:rPr dirty="0" sz="1200" spc="-20">
                <a:solidFill>
                  <a:srgbClr val="F2F0F4"/>
                </a:solidFill>
                <a:latin typeface="Verdana"/>
                <a:cs typeface="Verdana"/>
              </a:rPr>
              <a:t> </a:t>
            </a:r>
            <a:r>
              <a:rPr dirty="0" sz="1200" spc="-25">
                <a:solidFill>
                  <a:srgbClr val="F2F0F4"/>
                </a:solidFill>
                <a:latin typeface="Verdana"/>
                <a:cs typeface="Verdana"/>
              </a:rPr>
              <a:t>form_start</a:t>
            </a:r>
            <a:r>
              <a:rPr dirty="0" sz="1200" spc="-20">
                <a:solidFill>
                  <a:srgbClr val="F2F0F4"/>
                </a:solidFill>
                <a:latin typeface="Verdana"/>
                <a:cs typeface="Verdana"/>
              </a:rPr>
              <a:t> </a:t>
            </a:r>
            <a:r>
              <a:rPr dirty="0" sz="1200" spc="20">
                <a:solidFill>
                  <a:srgbClr val="F2F0F4"/>
                </a:solidFill>
                <a:latin typeface="Verdana"/>
                <a:cs typeface="Verdana"/>
              </a:rPr>
              <a:t>³ </a:t>
            </a:r>
            <a:r>
              <a:rPr dirty="0" sz="1200" spc="-10">
                <a:solidFill>
                  <a:srgbClr val="F2F0F4"/>
                </a:solidFill>
                <a:latin typeface="Verdana"/>
                <a:cs typeface="Verdana"/>
              </a:rPr>
              <a:t>sign_up.</a:t>
            </a:r>
            <a:endParaRPr sz="1200">
              <a:latin typeface="Verdana"/>
              <a:cs typeface="Verdana"/>
            </a:endParaRPr>
          </a:p>
          <a:p>
            <a:pPr marL="12700" marR="380365">
              <a:lnSpc>
                <a:spcPct val="109400"/>
              </a:lnSpc>
              <a:spcBef>
                <a:spcPts val="150"/>
              </a:spcBef>
            </a:pPr>
            <a:r>
              <a:rPr dirty="0" sz="1200" b="1">
                <a:solidFill>
                  <a:srgbClr val="F2F0F4"/>
                </a:solidFill>
                <a:latin typeface="Tahoma"/>
                <a:cs typeface="Tahoma"/>
              </a:rPr>
              <a:t>Data</a:t>
            </a:r>
            <a:r>
              <a:rPr dirty="0" sz="1200" spc="65" b="1">
                <a:solidFill>
                  <a:srgbClr val="F2F0F4"/>
                </a:solidFill>
                <a:latin typeface="Tahoma"/>
                <a:cs typeface="Tahoma"/>
              </a:rPr>
              <a:t> </a:t>
            </a:r>
            <a:r>
              <a:rPr dirty="0" sz="1200" b="1">
                <a:solidFill>
                  <a:srgbClr val="F2F0F4"/>
                </a:solidFill>
                <a:latin typeface="Tahoma"/>
                <a:cs typeface="Tahoma"/>
              </a:rPr>
              <a:t>Parity:</a:t>
            </a:r>
            <a:r>
              <a:rPr dirty="0" sz="1200" spc="40" b="1">
                <a:solidFill>
                  <a:srgbClr val="F2F0F4"/>
                </a:solidFill>
                <a:latin typeface="Tahoma"/>
                <a:cs typeface="Tahoma"/>
              </a:rPr>
              <a:t> </a:t>
            </a:r>
            <a:r>
              <a:rPr dirty="0" sz="1200" spc="-40">
                <a:solidFill>
                  <a:srgbClr val="F2F0F4"/>
                </a:solidFill>
                <a:latin typeface="Verdana"/>
                <a:cs typeface="Verdana"/>
              </a:rPr>
              <a:t>Stress</a:t>
            </a:r>
            <a:r>
              <a:rPr dirty="0" sz="1200" spc="-35">
                <a:solidFill>
                  <a:srgbClr val="F2F0F4"/>
                </a:solidFill>
                <a:latin typeface="Verdana"/>
                <a:cs typeface="Verdana"/>
              </a:rPr>
              <a:t> </a:t>
            </a:r>
            <a:r>
              <a:rPr dirty="0" sz="1200">
                <a:solidFill>
                  <a:srgbClr val="F2F0F4"/>
                </a:solidFill>
                <a:latin typeface="Verdana"/>
                <a:cs typeface="Verdana"/>
              </a:rPr>
              <a:t>testing</a:t>
            </a:r>
            <a:r>
              <a:rPr dirty="0" sz="1200" spc="-35">
                <a:solidFill>
                  <a:srgbClr val="F2F0F4"/>
                </a:solidFill>
                <a:latin typeface="Verdana"/>
                <a:cs typeface="Verdana"/>
              </a:rPr>
              <a:t> </a:t>
            </a:r>
            <a:r>
              <a:rPr dirty="0" sz="1200">
                <a:solidFill>
                  <a:srgbClr val="F2F0F4"/>
                </a:solidFill>
                <a:latin typeface="Verdana"/>
                <a:cs typeface="Verdana"/>
              </a:rPr>
              <a:t>confirmed</a:t>
            </a:r>
            <a:r>
              <a:rPr dirty="0" sz="1200" spc="-35">
                <a:solidFill>
                  <a:srgbClr val="F2F0F4"/>
                </a:solidFill>
                <a:latin typeface="Verdana"/>
                <a:cs typeface="Verdana"/>
              </a:rPr>
              <a:t> </a:t>
            </a:r>
            <a:r>
              <a:rPr dirty="0" sz="1200" spc="-20">
                <a:solidFill>
                  <a:srgbClr val="F2F0F4"/>
                </a:solidFill>
                <a:latin typeface="Verdana"/>
                <a:cs typeface="Verdana"/>
              </a:rPr>
              <a:t>a</a:t>
            </a:r>
            <a:r>
              <a:rPr dirty="0" sz="1200" spc="-40">
                <a:solidFill>
                  <a:srgbClr val="F2F0F4"/>
                </a:solidFill>
                <a:latin typeface="Verdana"/>
                <a:cs typeface="Verdana"/>
              </a:rPr>
              <a:t> </a:t>
            </a:r>
            <a:r>
              <a:rPr dirty="0" sz="1200">
                <a:solidFill>
                  <a:srgbClr val="F2F0F4"/>
                </a:solidFill>
                <a:latin typeface="Verdana"/>
                <a:cs typeface="Verdana"/>
              </a:rPr>
              <a:t>perfectly</a:t>
            </a:r>
            <a:r>
              <a:rPr dirty="0" sz="1200" spc="-30">
                <a:solidFill>
                  <a:srgbClr val="F2F0F4"/>
                </a:solidFill>
                <a:latin typeface="Verdana"/>
                <a:cs typeface="Verdana"/>
              </a:rPr>
              <a:t> </a:t>
            </a:r>
            <a:r>
              <a:rPr dirty="0" sz="1200">
                <a:solidFill>
                  <a:srgbClr val="F2F0F4"/>
                </a:solidFill>
                <a:latin typeface="Verdana"/>
                <a:cs typeface="Verdana"/>
              </a:rPr>
              <a:t>functioning</a:t>
            </a:r>
            <a:r>
              <a:rPr dirty="0" sz="1200" spc="-35">
                <a:solidFill>
                  <a:srgbClr val="F2F0F4"/>
                </a:solidFill>
                <a:latin typeface="Verdana"/>
                <a:cs typeface="Verdana"/>
              </a:rPr>
              <a:t> </a:t>
            </a:r>
            <a:r>
              <a:rPr dirty="0" sz="1200">
                <a:solidFill>
                  <a:srgbClr val="F2F0F4"/>
                </a:solidFill>
                <a:latin typeface="Verdana"/>
                <a:cs typeface="Verdana"/>
              </a:rPr>
              <a:t>ecosystem</a:t>
            </a:r>
            <a:r>
              <a:rPr dirty="0" sz="1200" spc="-35">
                <a:solidFill>
                  <a:srgbClr val="F2F0F4"/>
                </a:solidFill>
                <a:latin typeface="Verdana"/>
                <a:cs typeface="Verdana"/>
              </a:rPr>
              <a:t> </a:t>
            </a:r>
            <a:r>
              <a:rPr dirty="0" sz="1200">
                <a:solidFill>
                  <a:srgbClr val="F2F0F4"/>
                </a:solidFill>
                <a:latin typeface="Verdana"/>
                <a:cs typeface="Verdana"/>
              </a:rPr>
              <a:t>with</a:t>
            </a:r>
            <a:r>
              <a:rPr dirty="0" sz="1200" spc="-35">
                <a:solidFill>
                  <a:srgbClr val="F2F0F4"/>
                </a:solidFill>
                <a:latin typeface="Verdana"/>
                <a:cs typeface="Verdana"/>
              </a:rPr>
              <a:t> </a:t>
            </a:r>
            <a:r>
              <a:rPr dirty="0" sz="1200">
                <a:solidFill>
                  <a:srgbClr val="F2F0F4"/>
                </a:solidFill>
                <a:latin typeface="Verdana"/>
                <a:cs typeface="Verdana"/>
              </a:rPr>
              <a:t>high</a:t>
            </a:r>
            <a:r>
              <a:rPr dirty="0" sz="1200" spc="-40">
                <a:solidFill>
                  <a:srgbClr val="F2F0F4"/>
                </a:solidFill>
                <a:latin typeface="Verdana"/>
                <a:cs typeface="Verdana"/>
              </a:rPr>
              <a:t> </a:t>
            </a:r>
            <a:r>
              <a:rPr dirty="0" sz="1200">
                <a:solidFill>
                  <a:srgbClr val="F2F0F4"/>
                </a:solidFill>
                <a:latin typeface="Verdana"/>
                <a:cs typeface="Verdana"/>
              </a:rPr>
              <a:t>conversion</a:t>
            </a:r>
            <a:r>
              <a:rPr dirty="0" sz="1200" spc="-35">
                <a:solidFill>
                  <a:srgbClr val="F2F0F4"/>
                </a:solidFill>
                <a:latin typeface="Verdana"/>
                <a:cs typeface="Verdana"/>
              </a:rPr>
              <a:t> </a:t>
            </a:r>
            <a:r>
              <a:rPr dirty="0" sz="1200" spc="-10">
                <a:solidFill>
                  <a:srgbClr val="F2F0F4"/>
                </a:solidFill>
                <a:latin typeface="Verdana"/>
                <a:cs typeface="Verdana"/>
              </a:rPr>
              <a:t>density</a:t>
            </a:r>
            <a:r>
              <a:rPr dirty="0" sz="1200" spc="-30">
                <a:solidFill>
                  <a:srgbClr val="F2F0F4"/>
                </a:solidFill>
                <a:latin typeface="Verdana"/>
                <a:cs typeface="Verdana"/>
              </a:rPr>
              <a:t> </a:t>
            </a:r>
            <a:r>
              <a:rPr dirty="0" sz="1200" spc="-114">
                <a:solidFill>
                  <a:srgbClr val="F2F0F4"/>
                </a:solidFill>
                <a:latin typeface="Verdana"/>
                <a:cs typeface="Verdana"/>
              </a:rPr>
              <a:t>(e.g.,</a:t>
            </a:r>
            <a:r>
              <a:rPr dirty="0" sz="1200" spc="-35">
                <a:solidFill>
                  <a:srgbClr val="F2F0F4"/>
                </a:solidFill>
                <a:latin typeface="Verdana"/>
                <a:cs typeface="Verdana"/>
              </a:rPr>
              <a:t> </a:t>
            </a:r>
            <a:r>
              <a:rPr dirty="0" sz="1200">
                <a:solidFill>
                  <a:srgbClr val="F2F0F4"/>
                </a:solidFill>
                <a:latin typeface="Verdana"/>
                <a:cs typeface="Verdana"/>
              </a:rPr>
              <a:t>8</a:t>
            </a:r>
            <a:r>
              <a:rPr dirty="0" sz="1200" spc="-35">
                <a:solidFill>
                  <a:srgbClr val="F2F0F4"/>
                </a:solidFill>
                <a:latin typeface="Verdana"/>
                <a:cs typeface="Verdana"/>
              </a:rPr>
              <a:t> </a:t>
            </a:r>
            <a:r>
              <a:rPr dirty="0" sz="1200" spc="-10">
                <a:solidFill>
                  <a:srgbClr val="F2F0F4"/>
                </a:solidFill>
                <a:latin typeface="Verdana"/>
                <a:cs typeface="Verdana"/>
              </a:rPr>
              <a:t>sign-</a:t>
            </a:r>
            <a:r>
              <a:rPr dirty="0" sz="1200">
                <a:solidFill>
                  <a:srgbClr val="F2F0F4"/>
                </a:solidFill>
                <a:latin typeface="Verdana"/>
                <a:cs typeface="Verdana"/>
              </a:rPr>
              <a:t>ups</a:t>
            </a:r>
            <a:r>
              <a:rPr dirty="0" sz="1200" spc="-35">
                <a:solidFill>
                  <a:srgbClr val="F2F0F4"/>
                </a:solidFill>
                <a:latin typeface="Verdana"/>
                <a:cs typeface="Verdana"/>
              </a:rPr>
              <a:t> </a:t>
            </a:r>
            <a:r>
              <a:rPr dirty="0" sz="1200" spc="-60">
                <a:solidFill>
                  <a:srgbClr val="F2F0F4"/>
                </a:solidFill>
                <a:latin typeface="Verdana"/>
                <a:cs typeface="Verdana"/>
              </a:rPr>
              <a:t>vs</a:t>
            </a:r>
            <a:r>
              <a:rPr dirty="0" sz="1200" spc="-40">
                <a:solidFill>
                  <a:srgbClr val="F2F0F4"/>
                </a:solidFill>
                <a:latin typeface="Verdana"/>
                <a:cs typeface="Verdana"/>
              </a:rPr>
              <a:t> </a:t>
            </a:r>
            <a:r>
              <a:rPr dirty="0" sz="1200" spc="-90">
                <a:solidFill>
                  <a:srgbClr val="F2F0F4"/>
                </a:solidFill>
                <a:latin typeface="Verdana"/>
                <a:cs typeface="Verdana"/>
              </a:rPr>
              <a:t>5</a:t>
            </a:r>
            <a:r>
              <a:rPr dirty="0" sz="1200" spc="-35">
                <a:solidFill>
                  <a:srgbClr val="F2F0F4"/>
                </a:solidFill>
                <a:latin typeface="Verdana"/>
                <a:cs typeface="Verdana"/>
              </a:rPr>
              <a:t> </a:t>
            </a:r>
            <a:r>
              <a:rPr dirty="0" sz="1200" spc="-20">
                <a:solidFill>
                  <a:srgbClr val="F2F0F4"/>
                </a:solidFill>
                <a:latin typeface="Verdana"/>
                <a:cs typeface="Verdana"/>
              </a:rPr>
              <a:t>page </a:t>
            </a:r>
            <a:r>
              <a:rPr dirty="0" sz="1200" spc="-10">
                <a:solidFill>
                  <a:srgbClr val="F2F0F4"/>
                </a:solidFill>
                <a:latin typeface="Verdana"/>
                <a:cs typeface="Verdana"/>
              </a:rPr>
              <a:t>views</a:t>
            </a:r>
            <a:r>
              <a:rPr dirty="0" sz="1200" spc="-45">
                <a:solidFill>
                  <a:srgbClr val="F2F0F4"/>
                </a:solidFill>
                <a:latin typeface="Verdana"/>
                <a:cs typeface="Verdana"/>
              </a:rPr>
              <a:t> </a:t>
            </a:r>
            <a:r>
              <a:rPr dirty="0" sz="1200">
                <a:solidFill>
                  <a:srgbClr val="F2F0F4"/>
                </a:solidFill>
                <a:latin typeface="Verdana"/>
                <a:cs typeface="Verdana"/>
              </a:rPr>
              <a:t>during</a:t>
            </a:r>
            <a:r>
              <a:rPr dirty="0" sz="1200" spc="-45">
                <a:solidFill>
                  <a:srgbClr val="F2F0F4"/>
                </a:solidFill>
                <a:latin typeface="Verdana"/>
                <a:cs typeface="Verdana"/>
              </a:rPr>
              <a:t> </a:t>
            </a:r>
            <a:r>
              <a:rPr dirty="0" sz="1200">
                <a:solidFill>
                  <a:srgbClr val="F2F0F4"/>
                </a:solidFill>
                <a:latin typeface="Verdana"/>
                <a:cs typeface="Verdana"/>
              </a:rPr>
              <a:t>the</a:t>
            </a:r>
            <a:r>
              <a:rPr dirty="0" sz="1200" spc="-40">
                <a:solidFill>
                  <a:srgbClr val="F2F0F4"/>
                </a:solidFill>
                <a:latin typeface="Verdana"/>
                <a:cs typeface="Verdana"/>
              </a:rPr>
              <a:t> </a:t>
            </a:r>
            <a:r>
              <a:rPr dirty="0" sz="1200" spc="-10">
                <a:solidFill>
                  <a:srgbClr val="F2F0F4"/>
                </a:solidFill>
                <a:latin typeface="Verdana"/>
                <a:cs typeface="Verdana"/>
              </a:rPr>
              <a:t>test</a:t>
            </a:r>
            <a:r>
              <a:rPr dirty="0" sz="1200" spc="-45">
                <a:solidFill>
                  <a:srgbClr val="F2F0F4"/>
                </a:solidFill>
                <a:latin typeface="Verdana"/>
                <a:cs typeface="Verdana"/>
              </a:rPr>
              <a:t> </a:t>
            </a:r>
            <a:r>
              <a:rPr dirty="0" sz="1200" spc="-10">
                <a:solidFill>
                  <a:srgbClr val="F2F0F4"/>
                </a:solidFill>
                <a:latin typeface="Verdana"/>
                <a:cs typeface="Verdana"/>
              </a:rPr>
              <a:t>window).</a:t>
            </a:r>
            <a:endParaRPr sz="12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dirty="0" sz="1200" b="1">
                <a:solidFill>
                  <a:srgbClr val="2B09FF"/>
                </a:solidFill>
                <a:latin typeface="Tahoma"/>
                <a:cs typeface="Tahoma"/>
              </a:rPr>
              <a:t>Result:</a:t>
            </a:r>
            <a:r>
              <a:rPr dirty="0" sz="1200" spc="30" b="1">
                <a:solidFill>
                  <a:srgbClr val="2B09FF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F2F0F4"/>
                </a:solidFill>
                <a:latin typeface="Verdana"/>
                <a:cs typeface="Verdana"/>
              </a:rPr>
              <a:t>A</a:t>
            </a:r>
            <a:r>
              <a:rPr dirty="0" sz="1200" spc="-45">
                <a:solidFill>
                  <a:srgbClr val="F2F0F4"/>
                </a:solidFill>
                <a:latin typeface="Verdana"/>
                <a:cs typeface="Verdana"/>
              </a:rPr>
              <a:t> </a:t>
            </a:r>
            <a:r>
              <a:rPr dirty="0" sz="1200" spc="-25">
                <a:solidFill>
                  <a:srgbClr val="F2F0F4"/>
                </a:solidFill>
                <a:latin typeface="Verdana"/>
                <a:cs typeface="Verdana"/>
              </a:rPr>
              <a:t>professional,</a:t>
            </a:r>
            <a:r>
              <a:rPr dirty="0" sz="1200" spc="-45">
                <a:solidFill>
                  <a:srgbClr val="F2F0F4"/>
                </a:solidFill>
                <a:latin typeface="Verdana"/>
                <a:cs typeface="Verdana"/>
              </a:rPr>
              <a:t> </a:t>
            </a:r>
            <a:r>
              <a:rPr dirty="0" sz="1200">
                <a:solidFill>
                  <a:srgbClr val="F2F0F4"/>
                </a:solidFill>
                <a:latin typeface="Verdana"/>
                <a:cs typeface="Verdana"/>
              </a:rPr>
              <a:t>high-precision</a:t>
            </a:r>
            <a:r>
              <a:rPr dirty="0" sz="1200" spc="-45">
                <a:solidFill>
                  <a:srgbClr val="F2F0F4"/>
                </a:solidFill>
                <a:latin typeface="Verdana"/>
                <a:cs typeface="Verdana"/>
              </a:rPr>
              <a:t> </a:t>
            </a:r>
            <a:r>
              <a:rPr dirty="0" sz="1200">
                <a:solidFill>
                  <a:srgbClr val="F2F0F4"/>
                </a:solidFill>
                <a:latin typeface="Verdana"/>
                <a:cs typeface="Verdana"/>
              </a:rPr>
              <a:t>tracking</a:t>
            </a:r>
            <a:r>
              <a:rPr dirty="0" sz="1200" spc="-45">
                <a:solidFill>
                  <a:srgbClr val="F2F0F4"/>
                </a:solidFill>
                <a:latin typeface="Verdana"/>
                <a:cs typeface="Verdana"/>
              </a:rPr>
              <a:t> </a:t>
            </a:r>
            <a:r>
              <a:rPr dirty="0" sz="1200">
                <a:solidFill>
                  <a:srgbClr val="F2F0F4"/>
                </a:solidFill>
                <a:latin typeface="Verdana"/>
                <a:cs typeface="Verdana"/>
              </a:rPr>
              <a:t>ecosystem</a:t>
            </a:r>
            <a:r>
              <a:rPr dirty="0" sz="1200" spc="-45">
                <a:solidFill>
                  <a:srgbClr val="F2F0F4"/>
                </a:solidFill>
                <a:latin typeface="Verdana"/>
                <a:cs typeface="Verdana"/>
              </a:rPr>
              <a:t> </a:t>
            </a:r>
            <a:r>
              <a:rPr dirty="0" sz="1200" spc="-20">
                <a:solidFill>
                  <a:srgbClr val="F2F0F4"/>
                </a:solidFill>
                <a:latin typeface="Verdana"/>
                <a:cs typeface="Verdana"/>
              </a:rPr>
              <a:t>ready</a:t>
            </a:r>
            <a:r>
              <a:rPr dirty="0" sz="1200" spc="-40">
                <a:solidFill>
                  <a:srgbClr val="F2F0F4"/>
                </a:solidFill>
                <a:latin typeface="Verdana"/>
                <a:cs typeface="Verdana"/>
              </a:rPr>
              <a:t> </a:t>
            </a:r>
            <a:r>
              <a:rPr dirty="0" sz="1200" spc="-20">
                <a:solidFill>
                  <a:srgbClr val="F2F0F4"/>
                </a:solidFill>
                <a:latin typeface="Verdana"/>
                <a:cs typeface="Verdana"/>
              </a:rPr>
              <a:t>for</a:t>
            </a:r>
            <a:r>
              <a:rPr dirty="0" sz="1200" spc="-45">
                <a:solidFill>
                  <a:srgbClr val="F2F0F4"/>
                </a:solidFill>
                <a:latin typeface="Verdana"/>
                <a:cs typeface="Verdana"/>
              </a:rPr>
              <a:t> </a:t>
            </a:r>
            <a:r>
              <a:rPr dirty="0" sz="1200">
                <a:solidFill>
                  <a:srgbClr val="F2F0F4"/>
                </a:solidFill>
                <a:latin typeface="Verdana"/>
                <a:cs typeface="Verdana"/>
              </a:rPr>
              <a:t>advanced</a:t>
            </a:r>
            <a:r>
              <a:rPr dirty="0" sz="1200" spc="-45">
                <a:solidFill>
                  <a:srgbClr val="F2F0F4"/>
                </a:solidFill>
                <a:latin typeface="Verdana"/>
                <a:cs typeface="Verdana"/>
              </a:rPr>
              <a:t> </a:t>
            </a:r>
            <a:r>
              <a:rPr dirty="0" sz="1200">
                <a:solidFill>
                  <a:srgbClr val="F2F0F4"/>
                </a:solidFill>
                <a:latin typeface="Verdana"/>
                <a:cs typeface="Verdana"/>
              </a:rPr>
              <a:t>business</a:t>
            </a:r>
            <a:r>
              <a:rPr dirty="0" sz="1200" spc="-45">
                <a:solidFill>
                  <a:srgbClr val="F2F0F4"/>
                </a:solidFill>
                <a:latin typeface="Verdana"/>
                <a:cs typeface="Verdana"/>
              </a:rPr>
              <a:t> </a:t>
            </a:r>
            <a:r>
              <a:rPr dirty="0" sz="1200">
                <a:solidFill>
                  <a:srgbClr val="F2F0F4"/>
                </a:solidFill>
                <a:latin typeface="Verdana"/>
                <a:cs typeface="Verdana"/>
              </a:rPr>
              <a:t>intelligence</a:t>
            </a:r>
            <a:r>
              <a:rPr dirty="0" sz="1200" spc="-45">
                <a:solidFill>
                  <a:srgbClr val="F2F0F4"/>
                </a:solidFill>
                <a:latin typeface="Verdana"/>
                <a:cs typeface="Verdana"/>
              </a:rPr>
              <a:t> </a:t>
            </a:r>
            <a:r>
              <a:rPr dirty="0" sz="1200">
                <a:solidFill>
                  <a:srgbClr val="F2F0F4"/>
                </a:solidFill>
                <a:latin typeface="Verdana"/>
                <a:cs typeface="Verdana"/>
              </a:rPr>
              <a:t>and</a:t>
            </a:r>
            <a:r>
              <a:rPr dirty="0" sz="1200" spc="-45">
                <a:solidFill>
                  <a:srgbClr val="F2F0F4"/>
                </a:solidFill>
                <a:latin typeface="Verdana"/>
                <a:cs typeface="Verdana"/>
              </a:rPr>
              <a:t> </a:t>
            </a:r>
            <a:r>
              <a:rPr dirty="0" sz="1200">
                <a:solidFill>
                  <a:srgbClr val="F2F0F4"/>
                </a:solidFill>
                <a:latin typeface="Verdana"/>
                <a:cs typeface="Verdana"/>
              </a:rPr>
              <a:t>Smart</a:t>
            </a:r>
            <a:r>
              <a:rPr dirty="0" sz="1200" spc="-45">
                <a:solidFill>
                  <a:srgbClr val="F2F0F4"/>
                </a:solidFill>
                <a:latin typeface="Verdana"/>
                <a:cs typeface="Verdana"/>
              </a:rPr>
              <a:t> </a:t>
            </a:r>
            <a:r>
              <a:rPr dirty="0" sz="1200" spc="45">
                <a:solidFill>
                  <a:srgbClr val="F2F0F4"/>
                </a:solidFill>
                <a:latin typeface="Verdana"/>
                <a:cs typeface="Verdana"/>
              </a:rPr>
              <a:t>Bidding</a:t>
            </a:r>
            <a:r>
              <a:rPr dirty="0" sz="1200" spc="-45">
                <a:solidFill>
                  <a:srgbClr val="F2F0F4"/>
                </a:solidFill>
                <a:latin typeface="Verdana"/>
                <a:cs typeface="Verdana"/>
              </a:rPr>
              <a:t> </a:t>
            </a:r>
            <a:r>
              <a:rPr dirty="0" sz="1200" spc="-10">
                <a:solidFill>
                  <a:srgbClr val="F2F0F4"/>
                </a:solidFill>
                <a:latin typeface="Verdana"/>
                <a:cs typeface="Verdana"/>
              </a:rPr>
              <a:t>optimization.</a:t>
            </a:r>
            <a:endParaRPr sz="1200">
              <a:latin typeface="Verdana"/>
              <a:cs typeface="Verdana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19250" y="2486022"/>
            <a:ext cx="4514028" cy="3049104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601959" y="5620027"/>
            <a:ext cx="121983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35" i="1">
                <a:solidFill>
                  <a:srgbClr val="DCD7E5"/>
                </a:solidFill>
                <a:latin typeface="Arial"/>
                <a:cs typeface="Arial"/>
              </a:rPr>
              <a:t>Image:</a:t>
            </a:r>
            <a:r>
              <a:rPr dirty="0" sz="800" i="1">
                <a:solidFill>
                  <a:srgbClr val="DCD7E5"/>
                </a:solidFill>
                <a:latin typeface="Arial"/>
                <a:cs typeface="Arial"/>
              </a:rPr>
              <a:t> </a:t>
            </a:r>
            <a:r>
              <a:rPr dirty="0" sz="800" spc="-50" i="1">
                <a:solidFill>
                  <a:srgbClr val="DCD7E5"/>
                </a:solidFill>
                <a:latin typeface="Arial"/>
                <a:cs typeface="Arial"/>
              </a:rPr>
              <a:t>Real-</a:t>
            </a:r>
            <a:r>
              <a:rPr dirty="0" sz="800" spc="-20" i="1">
                <a:solidFill>
                  <a:srgbClr val="DCD7E5"/>
                </a:solidFill>
                <a:latin typeface="Arial"/>
                <a:cs typeface="Arial"/>
              </a:rPr>
              <a:t>time</a:t>
            </a:r>
            <a:r>
              <a:rPr dirty="0" sz="800" spc="5" i="1">
                <a:solidFill>
                  <a:srgbClr val="DCD7E5"/>
                </a:solidFill>
                <a:latin typeface="Arial"/>
                <a:cs typeface="Arial"/>
              </a:rPr>
              <a:t> </a:t>
            </a:r>
            <a:r>
              <a:rPr dirty="0" sz="800" spc="-35" i="1">
                <a:solidFill>
                  <a:srgbClr val="DCD7E5"/>
                </a:solidFill>
                <a:latin typeface="Arial"/>
                <a:cs typeface="Arial"/>
              </a:rPr>
              <a:t>event</a:t>
            </a:r>
            <a:r>
              <a:rPr dirty="0" sz="800" spc="5" i="1">
                <a:solidFill>
                  <a:srgbClr val="DCD7E5"/>
                </a:solidFill>
                <a:latin typeface="Arial"/>
                <a:cs typeface="Arial"/>
              </a:rPr>
              <a:t> </a:t>
            </a:r>
            <a:r>
              <a:rPr dirty="0" sz="800" spc="-20" i="1">
                <a:solidFill>
                  <a:srgbClr val="DCD7E5"/>
                </a:solidFill>
                <a:latin typeface="Arial"/>
                <a:cs typeface="Arial"/>
              </a:rPr>
              <a:t>flow</a:t>
            </a:r>
            <a:endParaRPr sz="800">
              <a:latin typeface="Arial"/>
              <a:cs typeface="Arial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953375" y="2466974"/>
            <a:ext cx="2362199" cy="3095623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7436739" y="5639077"/>
            <a:ext cx="172783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35" i="1">
                <a:solidFill>
                  <a:srgbClr val="DCD7E5"/>
                </a:solidFill>
                <a:latin typeface="Arial"/>
                <a:cs typeface="Arial"/>
              </a:rPr>
              <a:t>Image:</a:t>
            </a:r>
            <a:r>
              <a:rPr dirty="0" sz="800" spc="-15" i="1">
                <a:solidFill>
                  <a:srgbClr val="DCD7E5"/>
                </a:solidFill>
                <a:latin typeface="Arial"/>
                <a:cs typeface="Arial"/>
              </a:rPr>
              <a:t> </a:t>
            </a:r>
            <a:r>
              <a:rPr dirty="0" sz="800" spc="-30" i="1">
                <a:solidFill>
                  <a:srgbClr val="DCD7E5"/>
                </a:solidFill>
                <a:latin typeface="Arial"/>
                <a:cs typeface="Arial"/>
              </a:rPr>
              <a:t>Final</a:t>
            </a:r>
            <a:r>
              <a:rPr dirty="0" sz="800" spc="-10" i="1">
                <a:solidFill>
                  <a:srgbClr val="DCD7E5"/>
                </a:solidFill>
                <a:latin typeface="Arial"/>
                <a:cs typeface="Arial"/>
              </a:rPr>
              <a:t> </a:t>
            </a:r>
            <a:r>
              <a:rPr dirty="0" sz="800" spc="-70" i="1">
                <a:solidFill>
                  <a:srgbClr val="DCD7E5"/>
                </a:solidFill>
                <a:latin typeface="Arial"/>
                <a:cs typeface="Arial"/>
              </a:rPr>
              <a:t>GA4</a:t>
            </a:r>
            <a:r>
              <a:rPr dirty="0" sz="800" spc="-10" i="1">
                <a:solidFill>
                  <a:srgbClr val="DCD7E5"/>
                </a:solidFill>
                <a:latin typeface="Arial"/>
                <a:cs typeface="Arial"/>
              </a:rPr>
              <a:t> </a:t>
            </a:r>
            <a:r>
              <a:rPr dirty="0" sz="800" spc="-35" i="1">
                <a:solidFill>
                  <a:srgbClr val="DCD7E5"/>
                </a:solidFill>
                <a:latin typeface="Arial"/>
                <a:cs typeface="Arial"/>
              </a:rPr>
              <a:t>event</a:t>
            </a:r>
            <a:r>
              <a:rPr dirty="0" sz="800" spc="-10" i="1">
                <a:solidFill>
                  <a:srgbClr val="DCD7E5"/>
                </a:solidFill>
                <a:latin typeface="Arial"/>
                <a:cs typeface="Arial"/>
              </a:rPr>
              <a:t> </a:t>
            </a:r>
            <a:r>
              <a:rPr dirty="0" sz="800" spc="-20" i="1">
                <a:solidFill>
                  <a:srgbClr val="DCD7E5"/>
                </a:solidFill>
                <a:latin typeface="Arial"/>
                <a:cs typeface="Arial"/>
              </a:rPr>
              <a:t>count</a:t>
            </a:r>
            <a:r>
              <a:rPr dirty="0" sz="800" spc="-15" i="1">
                <a:solidFill>
                  <a:srgbClr val="DCD7E5"/>
                </a:solidFill>
                <a:latin typeface="Arial"/>
                <a:cs typeface="Arial"/>
              </a:rPr>
              <a:t> </a:t>
            </a:r>
            <a:r>
              <a:rPr dirty="0" sz="800" spc="-10" i="1">
                <a:solidFill>
                  <a:srgbClr val="DCD7E5"/>
                </a:solidFill>
                <a:latin typeface="Arial"/>
                <a:cs typeface="Arial"/>
              </a:rPr>
              <a:t>validation</a:t>
            </a:r>
            <a:endParaRPr sz="800">
              <a:latin typeface="Arial"/>
              <a:cs typeface="Arial"/>
            </a:endParaRPr>
          </a:p>
        </p:txBody>
      </p:sp>
      <p:pic>
        <p:nvPicPr>
          <p:cNvPr id="8" name="object 8" descr="">
            <a:hlinkClick r:id="rId4"/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8151E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Untitled</dc:title>
  <dcterms:created xsi:type="dcterms:W3CDTF">2026-03-05T08:55:26Z</dcterms:created>
  <dcterms:modified xsi:type="dcterms:W3CDTF">2026-03-05T08:55:26Z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2026-03-03T00:00:00Z</vt:filetime>
  </property>
  <property fmtid="{D5CDD505-2E9C-101B-9397-08002B2CF9AE}" pid="3" name="Creator">
    <vt:lpwstr>pdf-lib (https://github.com/Hopding/pdf-lib)</vt:lpwstr>
  </property>
  <property fmtid="{D5CDD505-2E9C-101B-9397-08002B2CF9AE}" pid="4" name="LastSaved">
    <vt:filetime>2026-03-05T00:00:00Z</vt:filetime>
  </property>
  <property fmtid="{D5CDD505-2E9C-101B-9397-08002B2CF9AE}" pid="5" name="Producer">
    <vt:lpwstr>GPL Ghostscript 9.56.1</vt:lpwstr>
  </property>
</Properties>
</file>